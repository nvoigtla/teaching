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3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tags/tag7.xml" ContentType="application/vnd.openxmlformats-officedocument.presentationml.tags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9" r:id="rId1"/>
    <p:sldMasterId id="2147483756" r:id="rId2"/>
    <p:sldMasterId id="2147483724" r:id="rId3"/>
    <p:sldMasterId id="2147483769" r:id="rId4"/>
  </p:sldMasterIdLst>
  <p:notesMasterIdLst>
    <p:notesMasterId r:id="rId11"/>
  </p:notesMasterIdLst>
  <p:handoutMasterIdLst>
    <p:handoutMasterId r:id="rId12"/>
  </p:handoutMasterIdLst>
  <p:sldIdLst>
    <p:sldId id="907" r:id="rId5"/>
    <p:sldId id="844" r:id="rId6"/>
    <p:sldId id="908" r:id="rId7"/>
    <p:sldId id="910" r:id="rId8"/>
    <p:sldId id="911" r:id="rId9"/>
    <p:sldId id="914" r:id="rId10"/>
  </p:sldIdLst>
  <p:sldSz cx="9144000" cy="6858000" type="screen4x3"/>
  <p:notesSz cx="7315200" cy="9601200"/>
  <p:custDataLst>
    <p:tags r:id="rId13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iuliano, Paola" initials="GP" lastIdx="51" clrIdx="0">
    <p:extLst>
      <p:ext uri="{19B8F6BF-5375-455C-9EA6-DF929625EA0E}">
        <p15:presenceInfo xmlns:p15="http://schemas.microsoft.com/office/powerpoint/2012/main" userId="S::giulpao@ad.ucla.edu::132bae3d-d350-492a-913b-ab702ff24d3d" providerId="AD"/>
      </p:ext>
    </p:extLst>
  </p:cmAuthor>
  <p:cmAuthor id="2" name="CLEMENCE TRICAUD" initials="CT" lastIdx="144" clrIdx="1">
    <p:extLst>
      <p:ext uri="{19B8F6BF-5375-455C-9EA6-DF929625EA0E}">
        <p15:presenceInfo xmlns:p15="http://schemas.microsoft.com/office/powerpoint/2012/main" userId="S-1-5-21-1914341619-2963887621-4192079504-39280" providerId="AD"/>
      </p:ext>
    </p:extLst>
  </p:cmAuthor>
  <p:cmAuthor id="3" name="Voigtlaender, Nico" initials="VN" lastIdx="38" clrIdx="2">
    <p:extLst>
      <p:ext uri="{19B8F6BF-5375-455C-9EA6-DF929625EA0E}">
        <p15:presenceInfo xmlns:p15="http://schemas.microsoft.com/office/powerpoint/2012/main" userId="Voigtlaender, Nico" providerId="None"/>
      </p:ext>
    </p:extLst>
  </p:cmAuthor>
  <p:cmAuthor id="4" name="Nico Voigtlaender" initials="NV" lastIdx="29" clrIdx="3">
    <p:extLst>
      <p:ext uri="{19B8F6BF-5375-455C-9EA6-DF929625EA0E}">
        <p15:presenceInfo xmlns:p15="http://schemas.microsoft.com/office/powerpoint/2012/main" userId="Nico Voigtlaender" providerId="None"/>
      </p:ext>
    </p:extLst>
  </p:cmAuthor>
  <p:cmAuthor id="5" name="Wasserman, Melanie" initials="WM" lastIdx="44" clrIdx="4">
    <p:extLst>
      <p:ext uri="{19B8F6BF-5375-455C-9EA6-DF929625EA0E}">
        <p15:presenceInfo xmlns:p15="http://schemas.microsoft.com/office/powerpoint/2012/main" userId="S::mswasserman@ad.ucla.edu::dc9d8677-d4c7-4bfe-9320-b2694e2f633d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1B8BD5"/>
    <a:srgbClr val="FFFFFF"/>
    <a:srgbClr val="002B56"/>
    <a:srgbClr val="002B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935" autoAdjust="0"/>
    <p:restoredTop sz="88957" autoAdjust="0"/>
  </p:normalViewPr>
  <p:slideViewPr>
    <p:cSldViewPr snapToGrid="0" snapToObjects="1">
      <p:cViewPr varScale="1">
        <p:scale>
          <a:sx n="102" d="100"/>
          <a:sy n="102" d="100"/>
        </p:scale>
        <p:origin x="1482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0" d="100"/>
        <a:sy n="60" d="100"/>
      </p:scale>
      <p:origin x="0" y="-5142"/>
    </p:cViewPr>
  </p:sorterViewPr>
  <p:notesViewPr>
    <p:cSldViewPr snapToGrid="0" snapToObjects="1">
      <p:cViewPr varScale="1">
        <p:scale>
          <a:sx n="87" d="100"/>
          <a:sy n="87" d="100"/>
        </p:scale>
        <p:origin x="19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gs" Target="tags/tag1.xml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47" tIns="48324" rIns="96647" bIns="48324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47" tIns="48324" rIns="96647" bIns="48324" rtlCol="0"/>
          <a:lstStyle>
            <a:lvl1pPr algn="r">
              <a:defRPr sz="1300"/>
            </a:lvl1pPr>
          </a:lstStyle>
          <a:p>
            <a:fld id="{F6D47F8B-C2FC-9540-A0E0-B106EE612B16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47" tIns="48324" rIns="96647" bIns="48324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47" tIns="48324" rIns="96647" bIns="48324" rtlCol="0" anchor="b"/>
          <a:lstStyle>
            <a:lvl1pPr algn="r">
              <a:defRPr sz="1300"/>
            </a:lvl1pPr>
          </a:lstStyle>
          <a:p>
            <a:fld id="{14208B52-F97A-2D40-B706-CEC41B3749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9282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47" tIns="48324" rIns="96647" bIns="48324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47" tIns="48324" rIns="96647" bIns="48324" rtlCol="0"/>
          <a:lstStyle>
            <a:lvl1pPr algn="r">
              <a:defRPr sz="1300"/>
            </a:lvl1pPr>
          </a:lstStyle>
          <a:p>
            <a:fld id="{9FAC1A9B-BDAC-6A46-B8D4-E37AE0BBC950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47" tIns="48324" rIns="96647" bIns="48324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6647" tIns="48324" rIns="96647" bIns="48324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47" tIns="48324" rIns="96647" bIns="48324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47" tIns="48324" rIns="96647" bIns="48324" rtlCol="0" anchor="b"/>
          <a:lstStyle>
            <a:lvl1pPr algn="r">
              <a:defRPr sz="1300"/>
            </a:lvl1pPr>
          </a:lstStyle>
          <a:p>
            <a:fld id="{8D36AC2A-E969-3C46-9ED8-B46D40C5E6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7264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What is the optimal quantity produced?
https://www.polleverywhere.com/multiple_choice_polls/Zwza1GbC7sIapRu20fIpK?state=opened&amp;flow=Default&amp;onscreen=persist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36AC2A-E969-3C46-9ED8-B46D40C5E669}" type="slidenum">
              <a:rPr lang="en-US" smtClean="0"/>
              <a:t>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698888-41E8-4EDD-92FA-A9EF84BD3094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3081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What is the optimal quantity produced?
https://www.polleverywhere.com/multiple_choice_polls/Zwza1GbC7sIapRu20fIpK?display_state=chart&amp;activity_state=opened&amp;state=opened&amp;flow=Default&amp;onscreen=persist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36AC2A-E969-3C46-9ED8-B46D40C5E669}" type="slidenum">
              <a:rPr lang="en-US" smtClean="0"/>
              <a:t>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6386BF-EC4F-46EA-8BE3-F3F1610C5815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3656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The Coffee Bean Producer Should...
https://www.polleverywhere.com/multiple_choice_polls/sry3DICjteteqyV1Ny4gL?state=opened&amp;flow=Default&amp;onscreen=persist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36AC2A-E969-3C46-9ED8-B46D40C5E669}" type="slidenum">
              <a:rPr lang="en-US" smtClean="0"/>
              <a:t>3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971752-F017-453A-9E50-1AD54A3DB34D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9836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To diminish the use of illegal drugs, the government should:
https://www.polleverywhere.com/multiple_choice_polls/SvRjzmwXUb4CnEPPO8MVg?state=opened&amp;flow=Default&amp;onscreen=persist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36AC2A-E969-3C46-9ED8-B46D40C5E669}" type="slidenum">
              <a:rPr lang="en-US" smtClean="0"/>
              <a:t>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9AB056-0073-4AF3-91C7-61559B85DAEA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7494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Guess what's the monthly rent...
https://www.polleverywhere.com/multiple_choice_polls/Ba4892DreAxLjvidjmrOV?state=opened&amp;flow=Default&amp;onscreen=persist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36AC2A-E969-3C46-9ED8-B46D40C5E669}" type="slidenum">
              <a:rPr lang="en-US" smtClean="0"/>
              <a:t>5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D7B4FE-7143-4D63-B63C-66BC582D5321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788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How would you vote on Rent Control?
https://www.polleverywhere.com/multiple_choice_polls/D2AlsqXROD7b3ZuuvOogV?state=opened&amp;flow=Default&amp;onscreen=persist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36AC2A-E969-3C46-9ED8-B46D40C5E669}" type="slidenum">
              <a:rPr lang="en-US" smtClean="0"/>
              <a:t>6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6B82DB-642F-4142-8064-BD82CD801CDE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7179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D68B6-7B24-6146-BD9E-412DC96CF560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8199" y="2906713"/>
            <a:ext cx="7772400" cy="1500187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rgbClr val="1B8BD5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518199" y="440179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623681" y="4406900"/>
            <a:ext cx="7666919" cy="0"/>
          </a:xfrm>
          <a:prstGeom prst="line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2669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D68B6-7B24-6146-BD9E-412DC96CF560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967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111D7-C283-8E4B-AB2F-B2B17B0FC9BC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4DDD2-D94C-1147-A389-2CD6A7EEF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028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111D7-C283-8E4B-AB2F-B2B17B0FC9BC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4DDD2-D94C-1147-A389-2CD6A7EEF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173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>
            <a:noAutofit/>
          </a:bodyPr>
          <a:lstStyle>
            <a:lvl1pPr algn="l">
              <a:defRPr sz="32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111D7-C283-8E4B-AB2F-B2B17B0FC9BC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4DDD2-D94C-1147-A389-2CD6A7EEF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757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111D7-C283-8E4B-AB2F-B2B17B0FC9BC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4DDD2-D94C-1147-A389-2CD6A7EEF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116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111D7-C283-8E4B-AB2F-B2B17B0FC9BC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4DDD2-D94C-1147-A389-2CD6A7EEF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145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111D7-C283-8E4B-AB2F-B2B17B0FC9BC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4DDD2-D94C-1147-A389-2CD6A7EEF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736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111D7-C283-8E4B-AB2F-B2B17B0FC9BC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4DDD2-D94C-1147-A389-2CD6A7EEF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720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49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111D7-C283-8E4B-AB2F-B2B17B0FC9BC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4DDD2-D94C-1147-A389-2CD6A7EEF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65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111D7-C283-8E4B-AB2F-B2B17B0FC9BC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4DDD2-D94C-1147-A389-2CD6A7EEF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547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111D7-C283-8E4B-AB2F-B2B17B0FC9BC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4DDD2-D94C-1147-A389-2CD6A7EEF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811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111D7-C283-8E4B-AB2F-B2B17B0FC9BC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4DDD2-D94C-1147-A389-2CD6A7EEF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392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Trebuchet M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D68B6-7B24-6146-BD9E-412DC96CF560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2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D68B6-7B24-6146-BD9E-412DC96CF560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323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D68B6-7B24-6146-BD9E-412DC96CF560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889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D68B6-7B24-6146-BD9E-412DC96CF560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198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D68B6-7B24-6146-BD9E-412DC96CF560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2138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D68B6-7B24-6146-BD9E-412DC96CF560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880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D68B6-7B24-6146-BD9E-412DC96CF560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176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49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D68B6-7B24-6146-BD9E-412DC96CF560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727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D68B6-7B24-6146-BD9E-412DC96CF560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847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35241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81899" y="-205952"/>
            <a:ext cx="8229600" cy="1143000"/>
          </a:xfrm>
        </p:spPr>
        <p:txBody>
          <a:bodyPr>
            <a:normAutofit/>
          </a:bodyPr>
          <a:lstStyle>
            <a:lvl1pPr algn="l">
              <a:defRPr sz="2000">
                <a:solidFill>
                  <a:schemeClr val="tx2">
                    <a:lumMod val="50000"/>
                  </a:schemeClr>
                </a:solidFill>
                <a:effectLst/>
                <a:latin typeface="Whitney-Book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D68B6-7B24-6146-BD9E-412DC96CF560}" type="datetimeFigureOut">
              <a:rPr lang="en-US" smtClean="0"/>
              <a:pPr/>
              <a:t>8/28/2026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2531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LosAngelesPowerpointBkgrd4-3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13" name="Picture 12" descr="ShanghaiBand3.psd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396721"/>
            <a:ext cx="7113120" cy="4359992"/>
          </a:xfrm>
          <a:prstGeom prst="rect">
            <a:avLst/>
          </a:prstGeom>
        </p:spPr>
      </p:pic>
      <p:sp>
        <p:nvSpPr>
          <p:cNvPr id="10" name="Rectangle 9"/>
          <p:cNvSpPr/>
          <p:nvPr userDrawn="1"/>
        </p:nvSpPr>
        <p:spPr>
          <a:xfrm>
            <a:off x="402968" y="5520257"/>
            <a:ext cx="16787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E3AA00"/>
                </a:solidFill>
                <a:latin typeface="Arial"/>
                <a:ea typeface="Arial" charset="0"/>
                <a:cs typeface="Arial"/>
                <a:sym typeface="Arial" charset="0"/>
              </a:rPr>
              <a:t> 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11174" y="510310"/>
            <a:ext cx="5375625" cy="2165983"/>
          </a:xfrm>
        </p:spPr>
        <p:txBody>
          <a:bodyPr anchor="t" anchorCtr="0"/>
          <a:lstStyle>
            <a:lvl1pPr algn="l">
              <a:defRPr baseline="0">
                <a:solidFill>
                  <a:schemeClr val="bg1"/>
                </a:solidFill>
                <a:latin typeface="Whitney-Book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 rot="16200000">
            <a:off x="1086444" y="2810314"/>
            <a:ext cx="3264685" cy="4813070"/>
          </a:xfrm>
        </p:spPr>
        <p:txBody>
          <a:bodyPr vert="eaVert" anchor="t" anchorCtr="0"/>
          <a:lstStyle>
            <a:lvl1pPr>
              <a:defRPr baseline="0">
                <a:latin typeface="Whitney-Book"/>
              </a:defRPr>
            </a:lvl1pPr>
            <a:lvl2pPr>
              <a:defRPr baseline="0">
                <a:latin typeface="Whitney-Book"/>
              </a:defRPr>
            </a:lvl2pPr>
            <a:lvl3pPr>
              <a:defRPr baseline="0">
                <a:latin typeface="Whitney-Book"/>
              </a:defRPr>
            </a:lvl3pPr>
            <a:lvl4pPr>
              <a:defRPr baseline="0">
                <a:latin typeface="Whitney-Book"/>
              </a:defRPr>
            </a:lvl4pPr>
            <a:lvl5pPr>
              <a:defRPr baseline="0">
                <a:latin typeface="Whitney-Book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D68B6-7B24-6146-BD9E-412DC96CF560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20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2" presetClass="entr" presetSubtype="4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2" presetClass="entr" presetSubtype="4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2" presetClass="entr" presetSubtype="4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4">
            <p:tnLst>
              <p:par>
                <p:cTn presetID="2" presetClass="entr" presetSubtype="4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8808"/>
            <a:ext cx="9144000" cy="6858000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 rot="16200000">
            <a:off x="2544897" y="1421143"/>
            <a:ext cx="3726791" cy="5851525"/>
          </a:xfrm>
        </p:spPr>
        <p:txBody>
          <a:bodyPr vert="eaVert"/>
          <a:lstStyle>
            <a:lvl1pPr>
              <a:defRPr>
                <a:latin typeface="Whitney-Medium"/>
              </a:defRPr>
            </a:lvl1pPr>
            <a:lvl2pPr>
              <a:defRPr>
                <a:latin typeface="Whitney-Medium"/>
              </a:defRPr>
            </a:lvl2pPr>
            <a:lvl3pPr>
              <a:defRPr>
                <a:latin typeface="Whitney-Medium"/>
              </a:defRPr>
            </a:lvl3pPr>
            <a:lvl4pPr>
              <a:defRPr>
                <a:latin typeface="Whitney-Medium"/>
              </a:defRPr>
            </a:lvl4pPr>
            <a:lvl5pPr>
              <a:defRPr>
                <a:latin typeface="Whitney-Medium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D68B6-7B24-6146-BD9E-412DC96CF560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t>‹#›</a:t>
            </a:fld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 rot="16200000">
            <a:off x="3349120" y="-2112771"/>
            <a:ext cx="1288485" cy="7072320"/>
          </a:xfrm>
        </p:spPr>
        <p:txBody>
          <a:bodyPr vert="eaVert">
            <a:normAutofit/>
          </a:bodyPr>
          <a:lstStyle>
            <a:lvl1pPr>
              <a:defRPr sz="2800">
                <a:latin typeface="Whitney-Medium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01400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tudentsPPT_Bkgrd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D68B6-7B24-6146-BD9E-412DC96CF560}" type="datetimeFigureOut">
              <a:rPr lang="en-US" smtClean="0"/>
              <a:pPr/>
              <a:t>8/28/2026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-2336800" y="-1741532"/>
            <a:ext cx="168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10" name="Picture 9" descr="ShanghaiBand-85%.psd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 flipV="1">
            <a:off x="3576826" y="3220175"/>
            <a:ext cx="5789714" cy="403656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71377" y="3762481"/>
            <a:ext cx="3572624" cy="1349484"/>
          </a:xfrm>
        </p:spPr>
        <p:txBody>
          <a:bodyPr>
            <a:normAutofit/>
          </a:bodyPr>
          <a:lstStyle>
            <a:lvl1pPr algn="l">
              <a:defRPr sz="2000" b="0" i="0">
                <a:solidFill>
                  <a:schemeClr val="bg1"/>
                </a:solidFill>
                <a:latin typeface="Whitney Book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49856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D68B6-7B24-6146-BD9E-412DC96CF560}" type="datetimeFigureOut">
              <a:rPr lang="en-US" smtClean="0"/>
              <a:pPr/>
              <a:t>8/28/2026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-2336800" y="-1741532"/>
            <a:ext cx="168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6" name="Picture 5" descr="2013UCLAAndersonTITN_ppt4-3.gif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897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454175" y="296767"/>
            <a:ext cx="8520600" cy="76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22" name="Google Shape;22;p3"/>
          <p:cNvSpPr txBox="1">
            <a:spLocks noGrp="1"/>
          </p:cNvSpPr>
          <p:nvPr>
            <p:ph type="body" idx="1"/>
          </p:nvPr>
        </p:nvSpPr>
        <p:spPr>
          <a:xfrm>
            <a:off x="3879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9pPr>
          </a:lstStyle>
          <a:p>
            <a:endParaRPr dirty="0"/>
          </a:p>
        </p:txBody>
      </p:sp>
      <p:cxnSp>
        <p:nvCxnSpPr>
          <p:cNvPr id="5" name="Google Shape;23;p3">
            <a:extLst>
              <a:ext uri="{FF2B5EF4-FFF2-40B4-BE49-F238E27FC236}">
                <a16:creationId xmlns:a16="http://schemas.microsoft.com/office/drawing/2014/main" id="{AD7A7535-6862-4B53-88CE-84D2C3656158}"/>
              </a:ext>
            </a:extLst>
          </p:cNvPr>
          <p:cNvCxnSpPr/>
          <p:nvPr userDrawn="1"/>
        </p:nvCxnSpPr>
        <p:spPr>
          <a:xfrm>
            <a:off x="353075" y="211567"/>
            <a:ext cx="0" cy="934000"/>
          </a:xfrm>
          <a:prstGeom prst="straightConnector1">
            <a:avLst/>
          </a:prstGeom>
          <a:noFill/>
          <a:ln w="76200" cap="flat" cmpd="sng">
            <a:solidFill>
              <a:srgbClr val="FDB515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54F37CC-A312-4C7C-8F97-A8D1562EA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10400" y="6499283"/>
            <a:ext cx="2133600" cy="365125"/>
          </a:xfrm>
        </p:spPr>
        <p:txBody>
          <a:bodyPr/>
          <a:lstStyle/>
          <a:p>
            <a:fld id="{0F3206DB-9488-D04D-BDD1-A7C9D84C45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41157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Trebuchet M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6A1EF-F8D3-2C4C-A23B-DABFF455F73F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8/28/2026</a:t>
            </a:fld>
            <a:endParaRPr 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573656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41F4B-73DA-634C-9E29-56388643854B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8/28/2026</a:t>
            </a:fld>
            <a:endParaRPr lang="en-US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834398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59C6B-EB5D-C046-9EA3-3CA9495D4FA9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8/28/2026</a:t>
            </a:fld>
            <a:endParaRPr 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066173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3CE89-0F10-7242-893C-EB6AB707C3E1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8/28/2026</a:t>
            </a:fld>
            <a:endParaRPr 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095923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7D4AD-BBAE-3345-8D65-FDA503BCC307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8/28/2026</a:t>
            </a:fld>
            <a:endParaRPr 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646007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AFE5B-575B-7C44-8512-74AD30B0897C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8/28/2026</a:t>
            </a:fld>
            <a:endParaRPr 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518844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ADBD6-357E-6446-973D-D43166770EC1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8/28/2026</a:t>
            </a:fld>
            <a:endParaRPr 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148302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49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ED7A8-0006-294D-BE45-F3E7C3592CEA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8/28/2026</a:t>
            </a:fld>
            <a:endParaRPr 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017140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31F3B-0CB8-3743-AFB9-710E8B95EFBB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8/28/2026</a:t>
            </a:fld>
            <a:endParaRPr 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550650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35241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81899" y="-205952"/>
            <a:ext cx="8229600" cy="1143000"/>
          </a:xfrm>
        </p:spPr>
        <p:txBody>
          <a:bodyPr>
            <a:normAutofit/>
          </a:bodyPr>
          <a:lstStyle>
            <a:lvl1pPr algn="l">
              <a:defRPr sz="2000">
                <a:solidFill>
                  <a:schemeClr val="tx2">
                    <a:lumMod val="50000"/>
                  </a:schemeClr>
                </a:solidFill>
                <a:effectLst/>
                <a:latin typeface="Whitney-Book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4D085-3135-FC4A-9A84-231E84B61035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8/28/2026</a:t>
            </a:fld>
            <a:endParaRPr lang="en-US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059361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LosAngelesPowerpointBkgrd4-3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13" name="Picture 12" descr="ShanghaiBand3.psd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396721"/>
            <a:ext cx="7113120" cy="4359992"/>
          </a:xfrm>
          <a:prstGeom prst="rect">
            <a:avLst/>
          </a:prstGeom>
        </p:spPr>
      </p:pic>
      <p:sp>
        <p:nvSpPr>
          <p:cNvPr id="10" name="Rectangle 9"/>
          <p:cNvSpPr/>
          <p:nvPr userDrawn="1"/>
        </p:nvSpPr>
        <p:spPr>
          <a:xfrm>
            <a:off x="402968" y="5520257"/>
            <a:ext cx="16787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E3AA00"/>
                </a:solidFill>
                <a:latin typeface="Arial"/>
                <a:ea typeface="Arial" charset="0"/>
                <a:cs typeface="Arial"/>
                <a:sym typeface="Arial" charset="0"/>
              </a:rPr>
              <a:t> 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11174" y="510310"/>
            <a:ext cx="5375625" cy="2165983"/>
          </a:xfrm>
        </p:spPr>
        <p:txBody>
          <a:bodyPr anchor="t" anchorCtr="0"/>
          <a:lstStyle>
            <a:lvl1pPr algn="l">
              <a:defRPr baseline="0">
                <a:solidFill>
                  <a:schemeClr val="bg1"/>
                </a:solidFill>
                <a:latin typeface="Whitney-Book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 rot="16200000">
            <a:off x="1086444" y="2810314"/>
            <a:ext cx="3264685" cy="4813070"/>
          </a:xfrm>
        </p:spPr>
        <p:txBody>
          <a:bodyPr vert="eaVert" anchor="t" anchorCtr="0"/>
          <a:lstStyle>
            <a:lvl1pPr>
              <a:defRPr baseline="0">
                <a:latin typeface="Whitney-Book"/>
              </a:defRPr>
            </a:lvl1pPr>
            <a:lvl2pPr>
              <a:defRPr baseline="0">
                <a:latin typeface="Whitney-Book"/>
              </a:defRPr>
            </a:lvl2pPr>
            <a:lvl3pPr>
              <a:defRPr baseline="0">
                <a:latin typeface="Whitney-Book"/>
              </a:defRPr>
            </a:lvl3pPr>
            <a:lvl4pPr>
              <a:defRPr baseline="0">
                <a:latin typeface="Whitney-Book"/>
              </a:defRPr>
            </a:lvl4pPr>
            <a:lvl5pPr>
              <a:defRPr baseline="0">
                <a:latin typeface="Whitney-Book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C6980-FB3F-B643-BBDA-B1757172054E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8/28/2026</a:t>
            </a:fld>
            <a:endParaRPr 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506496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8808"/>
            <a:ext cx="9144000" cy="6858000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 rot="16200000">
            <a:off x="2544897" y="1421143"/>
            <a:ext cx="3726791" cy="5851525"/>
          </a:xfrm>
        </p:spPr>
        <p:txBody>
          <a:bodyPr vert="eaVert"/>
          <a:lstStyle>
            <a:lvl1pPr>
              <a:defRPr>
                <a:latin typeface="Whitney-Medium"/>
              </a:defRPr>
            </a:lvl1pPr>
            <a:lvl2pPr>
              <a:defRPr>
                <a:latin typeface="Whitney-Medium"/>
              </a:defRPr>
            </a:lvl2pPr>
            <a:lvl3pPr>
              <a:defRPr>
                <a:latin typeface="Whitney-Medium"/>
              </a:defRPr>
            </a:lvl3pPr>
            <a:lvl4pPr>
              <a:defRPr>
                <a:latin typeface="Whitney-Medium"/>
              </a:defRPr>
            </a:lvl4pPr>
            <a:lvl5pPr>
              <a:defRPr>
                <a:latin typeface="Whitney-Medium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35DF3-9DEA-544D-8F00-A2AC9DF52A4B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8/28/2026</a:t>
            </a:fld>
            <a:endParaRPr lang="en-US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 rot="16200000">
            <a:off x="3349120" y="-2112771"/>
            <a:ext cx="1288485" cy="7072320"/>
          </a:xfrm>
        </p:spPr>
        <p:txBody>
          <a:bodyPr vert="eaVert">
            <a:normAutofit/>
          </a:bodyPr>
          <a:lstStyle>
            <a:lvl1pPr>
              <a:defRPr sz="2800">
                <a:latin typeface="Whitney-Medium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3289165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tudentsPPT_Bkgrd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105CF-9EA3-6E4A-B446-49944784288B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8/28/2026</a:t>
            </a:fld>
            <a:endParaRPr lang="en-US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-2336800" y="-1741532"/>
            <a:ext cx="168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solidFill>
                <a:prstClr val="black"/>
              </a:solidFill>
            </a:endParaRPr>
          </a:p>
        </p:txBody>
      </p:sp>
      <p:pic>
        <p:nvPicPr>
          <p:cNvPr id="10" name="Picture 9" descr="ShanghaiBand-85%.psd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 flipV="1">
            <a:off x="3576826" y="3220175"/>
            <a:ext cx="5789714" cy="403656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71377" y="3762481"/>
            <a:ext cx="3572624" cy="1349484"/>
          </a:xfrm>
        </p:spPr>
        <p:txBody>
          <a:bodyPr>
            <a:normAutofit/>
          </a:bodyPr>
          <a:lstStyle>
            <a:lvl1pPr algn="l">
              <a:defRPr sz="2000" b="0" i="0">
                <a:solidFill>
                  <a:schemeClr val="bg1"/>
                </a:solidFill>
                <a:latin typeface="Whitney Book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67884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D68B0-69D4-C442-8BE8-D78CC592EE29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8/28/2026</a:t>
            </a:fld>
            <a:endParaRPr lang="en-US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-2336800" y="-1741532"/>
            <a:ext cx="168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solidFill>
                <a:prstClr val="black"/>
              </a:solidFill>
            </a:endParaRPr>
          </a:p>
        </p:txBody>
      </p:sp>
      <p:pic>
        <p:nvPicPr>
          <p:cNvPr id="6" name="Picture 5" descr="2013UCLAAndersonTITN_ppt4-3.gif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81072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gif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6" Type="http://schemas.openxmlformats.org/officeDocument/2006/relationships/theme" Target="../theme/theme3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13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40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3.xml"/><Relationship Id="rId15" Type="http://schemas.openxmlformats.org/officeDocument/2006/relationships/theme" Target="../theme/theme4.xml"/><Relationship Id="rId10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2013UCLAAndersonLogoScreen4-3.gif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7297" y="1417639"/>
            <a:ext cx="7934131" cy="47085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103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kern="900" spc="400">
                <a:solidFill>
                  <a:schemeClr val="bg1"/>
                </a:solidFill>
                <a:latin typeface=""/>
              </a:defRPr>
            </a:lvl1pPr>
          </a:lstStyle>
          <a:p>
            <a:fld id="{BF8D68B6-7B24-6146-BD9E-412DC96CF560}" type="datetimeFigureOut">
              <a:rPr lang="en-US" smtClean="0"/>
              <a:pPr/>
              <a:t>8/28/2026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492876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 b="1" i="0" kern="800" cap="all" spc="3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23295" y="649033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pc="300">
                <a:solidFill>
                  <a:schemeClr val="tx1">
                    <a:lumMod val="65000"/>
                    <a:lumOff val="35000"/>
                  </a:schemeClr>
                </a:solidFill>
                <a:latin typeface="Trebuchet MS"/>
              </a:defRPr>
            </a:lvl1pPr>
          </a:lstStyle>
          <a:p>
            <a:fld id="{0F3206DB-9488-D04D-BDD1-A7C9D84C45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06485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5" r:id="rId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xStyles>
    <p:titleStyle>
      <a:lvl1pPr algn="ctr" defTabSz="457200" rtl="0" eaLnBrk="1" latinLnBrk="0" hangingPunct="1">
        <a:spcBef>
          <a:spcPct val="0"/>
        </a:spcBef>
        <a:buNone/>
        <a:defRPr sz="3000" b="0" i="0" kern="1200" cap="all" spc="400">
          <a:solidFill>
            <a:schemeClr val="bg1"/>
          </a:solidFill>
          <a:latin typeface="Whitney Book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Clr>
          <a:srgbClr val="1B8BD5"/>
        </a:buClr>
        <a:buFontTx/>
        <a:buNone/>
        <a:defRPr sz="32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1pPr>
      <a:lvl2pPr marL="457200" indent="0" algn="l" defTabSz="457200" rtl="0" eaLnBrk="1" latinLnBrk="0" hangingPunct="1">
        <a:spcBef>
          <a:spcPct val="20000"/>
        </a:spcBef>
        <a:buClr>
          <a:srgbClr val="1B8BD5"/>
        </a:buClr>
        <a:buFontTx/>
        <a:buNone/>
        <a:defRPr sz="28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2pPr>
      <a:lvl3pPr marL="914400" indent="0" algn="l" defTabSz="457200" rtl="0" eaLnBrk="1" latinLnBrk="0" hangingPunct="1">
        <a:spcBef>
          <a:spcPct val="20000"/>
        </a:spcBef>
        <a:buClr>
          <a:srgbClr val="1B8BD5"/>
        </a:buClr>
        <a:buFontTx/>
        <a:buNone/>
        <a:defRPr sz="24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3pPr>
      <a:lvl4pPr marL="1371600" indent="0" algn="l" defTabSz="457200" rtl="0" eaLnBrk="1" latinLnBrk="0" hangingPunct="1">
        <a:spcBef>
          <a:spcPct val="20000"/>
        </a:spcBef>
        <a:buClr>
          <a:srgbClr val="1B8BD5"/>
        </a:buClr>
        <a:buFontTx/>
        <a:buNone/>
        <a:defRPr sz="20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4pPr>
      <a:lvl5pPr marL="1828800" indent="0" algn="l" defTabSz="457200" rtl="0" eaLnBrk="1" latinLnBrk="0" hangingPunct="1">
        <a:spcBef>
          <a:spcPct val="20000"/>
        </a:spcBef>
        <a:buClr>
          <a:srgbClr val="1B8BD5"/>
        </a:buClr>
        <a:buFontTx/>
        <a:buNone/>
        <a:defRPr sz="20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810698" y="0"/>
            <a:ext cx="9954698" cy="4782311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2530" y="1600201"/>
            <a:ext cx="7836326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E111D7-C283-8E4B-AB2F-B2B17B0FC9BC}" type="datetimeFigureOut">
              <a:rPr lang="en-US" smtClean="0"/>
              <a:t>8/28/2026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4DDD2-D94C-1147-A389-2CD6A7EEF1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58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xStyles>
    <p:titleStyle>
      <a:lvl1pPr algn="ctr" defTabSz="457200" rtl="0" eaLnBrk="1" latinLnBrk="0" hangingPunct="1">
        <a:spcBef>
          <a:spcPct val="0"/>
        </a:spcBef>
        <a:buNone/>
        <a:defRPr sz="2800" kern="1200" cap="all" spc="400">
          <a:solidFill>
            <a:schemeClr val="tx2">
              <a:lumMod val="50000"/>
            </a:schemeClr>
          </a:solidFill>
          <a:latin typeface="Whitney-Medium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Clr>
          <a:schemeClr val="tx2">
            <a:lumMod val="60000"/>
            <a:lumOff val="40000"/>
          </a:schemeClr>
        </a:buClr>
        <a:buFont typeface="Lucida Grande"/>
        <a:buChar char="»"/>
        <a:defRPr sz="2600" kern="1200" spc="200">
          <a:solidFill>
            <a:schemeClr val="tx2">
              <a:lumMod val="75000"/>
            </a:schemeClr>
          </a:solidFill>
          <a:latin typeface="Whitney-Medium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Clr>
          <a:schemeClr val="tx2">
            <a:lumMod val="60000"/>
            <a:lumOff val="40000"/>
          </a:schemeClr>
        </a:buClr>
        <a:buFont typeface="Lucida Grande"/>
        <a:buChar char="»"/>
        <a:defRPr sz="2600" kern="1200" spc="200">
          <a:solidFill>
            <a:schemeClr val="tx2">
              <a:lumMod val="75000"/>
            </a:schemeClr>
          </a:solidFill>
          <a:latin typeface="Whitney-Medium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Clr>
          <a:schemeClr val="tx2">
            <a:lumMod val="60000"/>
            <a:lumOff val="40000"/>
          </a:schemeClr>
        </a:buClr>
        <a:buFont typeface="Lucida Grande"/>
        <a:buChar char="»"/>
        <a:defRPr sz="2600" kern="1200" spc="200">
          <a:solidFill>
            <a:schemeClr val="tx2">
              <a:lumMod val="75000"/>
            </a:schemeClr>
          </a:solidFill>
          <a:latin typeface="Whitney-Medium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Clr>
          <a:schemeClr val="tx2">
            <a:lumMod val="60000"/>
            <a:lumOff val="40000"/>
          </a:schemeClr>
        </a:buClr>
        <a:buFont typeface="Lucida Grande"/>
        <a:buChar char="»"/>
        <a:defRPr sz="2600" kern="1200" spc="200">
          <a:solidFill>
            <a:schemeClr val="tx2">
              <a:lumMod val="75000"/>
            </a:schemeClr>
          </a:solidFill>
          <a:latin typeface="Whitney-Medium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Clr>
          <a:schemeClr val="tx2">
            <a:lumMod val="60000"/>
            <a:lumOff val="40000"/>
          </a:schemeClr>
        </a:buClr>
        <a:buFont typeface="Lucida Grande"/>
        <a:buChar char="»"/>
        <a:defRPr sz="2600" kern="1200" spc="200">
          <a:solidFill>
            <a:schemeClr val="tx2">
              <a:lumMod val="75000"/>
            </a:schemeClr>
          </a:solidFill>
          <a:latin typeface="Whitney-Medium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27215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19985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4645" y="6484067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kern="800" spc="400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defRPr>
            </a:lvl1pPr>
          </a:lstStyle>
          <a:p>
            <a:fld id="{BF8D68B6-7B24-6146-BD9E-412DC96CF560}" type="datetimeFigureOut">
              <a:rPr lang="en-US" smtClean="0"/>
              <a:pPr/>
              <a:t>8/28/2026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492876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 b="1" i="0" kern="800" cap="all" spc="3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23295" y="649033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pc="300">
                <a:solidFill>
                  <a:schemeClr val="tx1">
                    <a:lumMod val="65000"/>
                    <a:lumOff val="35000"/>
                  </a:schemeClr>
                </a:solidFill>
                <a:latin typeface="Trebuchet MS"/>
              </a:defRPr>
            </a:lvl1pPr>
          </a:lstStyle>
          <a:p>
            <a:fld id="{0F3206DB-9488-D04D-BDD1-A7C9D84C45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7867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26" r:id="rId2"/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7" r:id="rId10"/>
    <p:sldLayoutId id="2147483734" r:id="rId11"/>
    <p:sldLayoutId id="2147483735" r:id="rId12"/>
    <p:sldLayoutId id="2147483738" r:id="rId13"/>
    <p:sldLayoutId id="2147483768" r:id="rId14"/>
    <p:sldLayoutId id="2147483784" r:id="rId1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  <p:txStyles>
    <p:titleStyle>
      <a:lvl1pPr algn="ctr" defTabSz="457200" rtl="0" eaLnBrk="1" latinLnBrk="0" hangingPunct="1">
        <a:spcBef>
          <a:spcPct val="0"/>
        </a:spcBef>
        <a:buNone/>
        <a:defRPr sz="3000" kern="1200" cap="all" spc="200">
          <a:solidFill>
            <a:schemeClr val="tx2">
              <a:lumMod val="50000"/>
            </a:schemeClr>
          </a:solidFill>
          <a:latin typeface="Whitney-Medium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Clr>
          <a:srgbClr val="1B8BD5"/>
        </a:buClr>
        <a:buFont typeface="Lucida Grande"/>
        <a:buChar char="»"/>
        <a:defRPr sz="28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Clr>
          <a:srgbClr val="1B8BD5"/>
        </a:buClr>
        <a:buFont typeface="Lucida Grande"/>
        <a:buChar char="»"/>
        <a:defRPr sz="26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Clr>
          <a:srgbClr val="1B8BD5"/>
        </a:buClr>
        <a:buFont typeface="Lucida Grande"/>
        <a:buChar char="»"/>
        <a:defRPr sz="22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Clr>
          <a:srgbClr val="1B8BD5"/>
        </a:buClr>
        <a:buFont typeface="Lucida Grande"/>
        <a:buChar char="»"/>
        <a:defRPr sz="20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Clr>
          <a:srgbClr val="1B8BD5"/>
        </a:buClr>
        <a:buFont typeface="Lucida Grande"/>
        <a:buChar char="»"/>
        <a:defRPr sz="20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27215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19985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4645" y="6484067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kern="800" spc="400">
                <a:solidFill>
                  <a:schemeClr val="tx1">
                    <a:lumMod val="75000"/>
                    <a:lumOff val="25000"/>
                  </a:schemeClr>
                </a:solidFill>
                <a:latin typeface=""/>
              </a:defRPr>
            </a:lvl1pPr>
          </a:lstStyle>
          <a:p>
            <a:fld id="{4E0049A5-3BC7-C248-9551-30ECA52D2877}" type="datetime1">
              <a:rPr lang="en-US" smtClean="0">
                <a:solidFill>
                  <a:prstClr val="black">
                    <a:lumMod val="75000"/>
                    <a:lumOff val="25000"/>
                  </a:prstClr>
                </a:solidFill>
              </a:rPr>
              <a:pPr/>
              <a:t>8/28/2026</a:t>
            </a:fld>
            <a:endParaRPr lang="en-US" dirty="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492876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 b="1" i="0" kern="800" cap="all" spc="3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23295" y="649033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pc="300">
                <a:solidFill>
                  <a:schemeClr val="tx1">
                    <a:lumMod val="65000"/>
                    <a:lumOff val="35000"/>
                  </a:schemeClr>
                </a:solidFill>
                <a:latin typeface="Trebuchet MS"/>
              </a:defRPr>
            </a:lvl1pPr>
          </a:lstStyle>
          <a:p>
            <a:fld id="{0F3206DB-9488-D04D-BDD1-A7C9D84C4579}" type="slidenum">
              <a:rPr 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7157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71" r:id="rId2"/>
    <p:sldLayoutId id="2147483772" r:id="rId3"/>
    <p:sldLayoutId id="2147483773" r:id="rId4"/>
    <p:sldLayoutId id="2147483774" r:id="rId5"/>
    <p:sldLayoutId id="2147483775" r:id="rId6"/>
    <p:sldLayoutId id="2147483776" r:id="rId7"/>
    <p:sldLayoutId id="2147483777" r:id="rId8"/>
    <p:sldLayoutId id="2147483778" r:id="rId9"/>
    <p:sldLayoutId id="2147483779" r:id="rId10"/>
    <p:sldLayoutId id="2147483780" r:id="rId11"/>
    <p:sldLayoutId id="2147483781" r:id="rId12"/>
    <p:sldLayoutId id="2147483782" r:id="rId13"/>
    <p:sldLayoutId id="2147483783" r:id="rId14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3000" kern="1200" cap="all" spc="200">
          <a:solidFill>
            <a:schemeClr val="tx2">
              <a:lumMod val="50000"/>
            </a:schemeClr>
          </a:solidFill>
          <a:latin typeface="Whitney-Medium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Clr>
          <a:srgbClr val="1B8BD5"/>
        </a:buClr>
        <a:buFont typeface="Lucida Grande"/>
        <a:buChar char="»"/>
        <a:defRPr sz="28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Clr>
          <a:srgbClr val="1B8BD5"/>
        </a:buClr>
        <a:buFont typeface="Lucida Grande"/>
        <a:buChar char="»"/>
        <a:defRPr sz="26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Clr>
          <a:srgbClr val="1B8BD5"/>
        </a:buClr>
        <a:buFont typeface="Lucida Grande"/>
        <a:buChar char="»"/>
        <a:defRPr sz="22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Clr>
          <a:srgbClr val="1B8BD5"/>
        </a:buClr>
        <a:buFont typeface="Lucida Grande"/>
        <a:buChar char="»"/>
        <a:defRPr sz="20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Clr>
          <a:srgbClr val="1B8BD5"/>
        </a:buClr>
        <a:buFont typeface="Lucida Grande"/>
        <a:buChar char="»"/>
        <a:defRPr sz="2000" kern="1100" spc="50" normalizeH="0" baseline="0">
          <a:solidFill>
            <a:schemeClr val="tx2">
              <a:lumMod val="75000"/>
            </a:schemeClr>
          </a:solidFill>
          <a:latin typeface="Whitney-Book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0.xml"/><Relationship Id="rId1" Type="http://schemas.openxmlformats.org/officeDocument/2006/relationships/tags" Target="../tags/tag2.xml"/><Relationship Id="rId4" Type="http://schemas.openxmlformats.org/officeDocument/2006/relationships/image" Target="../media/image10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8.xml"/><Relationship Id="rId1" Type="http://schemas.openxmlformats.org/officeDocument/2006/relationships/tags" Target="../tags/tag3.xml"/><Relationship Id="rId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0.xml"/><Relationship Id="rId1" Type="http://schemas.openxmlformats.org/officeDocument/2006/relationships/tags" Target="../tags/tag4.xml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0.xml"/><Relationship Id="rId1" Type="http://schemas.openxmlformats.org/officeDocument/2006/relationships/tags" Target="../tags/tag5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0.xml"/><Relationship Id="rId1" Type="http://schemas.openxmlformats.org/officeDocument/2006/relationships/tags" Target="../tags/tag6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0.xml"/><Relationship Id="rId1" Type="http://schemas.openxmlformats.org/officeDocument/2006/relationships/tags" Target="../tags/tag7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F4FE115-EDC4-460A-917C-2A5E5CAF78AE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90500" y="190500"/>
            <a:ext cx="8763000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069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308CA27-AE17-42C0-9CC0-FE9B51BB074F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90500" y="190500"/>
            <a:ext cx="8763000" cy="6477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E687593-E964-48CD-A12C-7F2434CA2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D3DB4B-F2A1-45F3-B627-221E99B270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124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F622F2D-7FA1-4968-B636-B092A8D397BB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90500" y="190500"/>
            <a:ext cx="8763000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4962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E2E502C-8CD2-4BD7-9487-D43B5C56D11F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90500" y="190500"/>
            <a:ext cx="8763000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0121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22EBE0E-0099-4C7E-8851-0AA425C54851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90500" y="190500"/>
            <a:ext cx="8763000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2170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C25D812-ED8E-4866-9CEF-E6F1C0606E43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90500" y="190500"/>
            <a:ext cx="8763000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7844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PPRESENTATIONGUID" val="fb4bfb20-bb85-4e69-83ee-0653ca024c4d"/>
  <p:tag name="TPLASTSAVEVERSION" val="6.2 PC"/>
  <p:tag name="WASPOLLED" val="9395E21AB51D4B2FB317ED88EF6AF71F"/>
  <p:tag name="TPVERSION" val="5"/>
  <p:tag name="TPFULLVERSION" val="5.3.2.24"/>
  <p:tag name="PPTVERSION" val="16"/>
  <p:tag name="TPOS" val="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b363c6a6-df7f-4ab4-9628-e909e22aff9b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86ef4cb6-8bc1-45cf-bdf4-c4f4892f63ab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d03d25d9-485c-4488-b1fd-6b1952e17267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8955ed86-3b9e-4a9f-bc02-ee919d29885a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c16a7914-5847-4b8b-a847-ff00746eafe5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e62ac9f2-3235-46f3-a6d1-3afdb18ba4a9"/>
</p:tagLst>
</file>

<file path=ppt/theme/theme1.xml><?xml version="1.0" encoding="utf-8"?>
<a:theme xmlns:a="http://schemas.openxmlformats.org/drawingml/2006/main" name="2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3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5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79845</TotalTime>
  <Words>424</Words>
  <Application>Microsoft Office PowerPoint</Application>
  <PresentationFormat>On-screen Show (4:3)</PresentationFormat>
  <Paragraphs>12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6</vt:i4>
      </vt:variant>
    </vt:vector>
  </HeadingPairs>
  <TitlesOfParts>
    <vt:vector size="17" baseType="lpstr">
      <vt:lpstr>Arial</vt:lpstr>
      <vt:lpstr>Calibri</vt:lpstr>
      <vt:lpstr>Lucida Grande</vt:lpstr>
      <vt:lpstr>Trebuchet MS</vt:lpstr>
      <vt:lpstr>Whitney Book</vt:lpstr>
      <vt:lpstr>Whitney-Book</vt:lpstr>
      <vt:lpstr>Whitney-Medium</vt:lpstr>
      <vt:lpstr>2_Custom Design</vt:lpstr>
      <vt:lpstr>Custom Design</vt:lpstr>
      <vt:lpstr>3_Custom Design</vt:lpstr>
      <vt:lpstr>5_Custom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Pub Office 3</dc:creator>
  <cp:keywords/>
  <dc:description/>
  <cp:lastModifiedBy>Voigtlaender, Nico</cp:lastModifiedBy>
  <cp:revision>1319</cp:revision>
  <cp:lastPrinted>2019-09-13T20:44:29Z</cp:lastPrinted>
  <dcterms:created xsi:type="dcterms:W3CDTF">2013-01-24T22:32:50Z</dcterms:created>
  <dcterms:modified xsi:type="dcterms:W3CDTF">2026-08-28T20:36:28Z</dcterms:modified>
  <cp:category/>
</cp:coreProperties>
</file>