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  <p:sldMasterId id="2147483756" r:id="rId2"/>
    <p:sldMasterId id="2147483724" r:id="rId3"/>
    <p:sldMasterId id="2147483769" r:id="rId4"/>
  </p:sldMasterIdLst>
  <p:notesMasterIdLst>
    <p:notesMasterId r:id="rId17"/>
  </p:notesMasterIdLst>
  <p:handoutMasterIdLst>
    <p:handoutMasterId r:id="rId18"/>
  </p:handoutMasterIdLst>
  <p:sldIdLst>
    <p:sldId id="822" r:id="rId5"/>
    <p:sldId id="823" r:id="rId6"/>
    <p:sldId id="824" r:id="rId7"/>
    <p:sldId id="825" r:id="rId8"/>
    <p:sldId id="827" r:id="rId9"/>
    <p:sldId id="829" r:id="rId10"/>
    <p:sldId id="832" r:id="rId11"/>
    <p:sldId id="833" r:id="rId12"/>
    <p:sldId id="876" r:id="rId13"/>
    <p:sldId id="877" r:id="rId14"/>
    <p:sldId id="836" r:id="rId15"/>
    <p:sldId id="837" r:id="rId16"/>
  </p:sldIdLst>
  <p:sldSz cx="9144000" cy="6858000" type="screen4x3"/>
  <p:notesSz cx="7315200" cy="96012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LEMENCE TRICAUD" initials="CT" lastIdx="44" clrIdx="0">
    <p:extLst>
      <p:ext uri="{19B8F6BF-5375-455C-9EA6-DF929625EA0E}">
        <p15:presenceInfo xmlns:p15="http://schemas.microsoft.com/office/powerpoint/2012/main" userId="S-1-5-21-1914341619-2963887621-4192079504-39280" providerId="AD"/>
      </p:ext>
    </p:extLst>
  </p:cmAuthor>
  <p:cmAuthor id="2" name="Giuliano, Paola" initials="GP" lastIdx="10" clrIdx="1">
    <p:extLst>
      <p:ext uri="{19B8F6BF-5375-455C-9EA6-DF929625EA0E}">
        <p15:presenceInfo xmlns:p15="http://schemas.microsoft.com/office/powerpoint/2012/main" userId="S::giulpao@ad.ucla.edu::132bae3d-d350-492a-913b-ab702ff24d3d" providerId="AD"/>
      </p:ext>
    </p:extLst>
  </p:cmAuthor>
  <p:cmAuthor id="3" name="Nico Voigtlaender" initials="NV" lastIdx="9" clrIdx="2">
    <p:extLst>
      <p:ext uri="{19B8F6BF-5375-455C-9EA6-DF929625EA0E}">
        <p15:presenceInfo xmlns:p15="http://schemas.microsoft.com/office/powerpoint/2012/main" userId="Nico Voigtlaender" providerId="None"/>
      </p:ext>
    </p:extLst>
  </p:cmAuthor>
  <p:cmAuthor id="4" name="Wasserman, Melanie" initials="WM" lastIdx="16" clrIdx="3">
    <p:extLst>
      <p:ext uri="{19B8F6BF-5375-455C-9EA6-DF929625EA0E}">
        <p15:presenceInfo xmlns:p15="http://schemas.microsoft.com/office/powerpoint/2012/main" userId="S::mswasserman@ad.ucla.edu::dc9d8677-d4c7-4bfe-9320-b2694e2f63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FFFF"/>
    <a:srgbClr val="9C2482"/>
    <a:srgbClr val="1B8BD5"/>
    <a:srgbClr val="002B56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03" autoAdjust="0"/>
    <p:restoredTop sz="86922" autoAdjust="0"/>
  </p:normalViewPr>
  <p:slideViewPr>
    <p:cSldViewPr snapToGrid="0" snapToObjects="1">
      <p:cViewPr varScale="1">
        <p:scale>
          <a:sx n="99" d="100"/>
          <a:sy n="99" d="100"/>
        </p:scale>
        <p:origin x="154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299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5142"/>
    </p:cViewPr>
  </p:sorterViewPr>
  <p:notesViewPr>
    <p:cSldViewPr snapToGrid="0" snapToObjects="1">
      <p:cViewPr varScale="1">
        <p:scale>
          <a:sx n="87" d="100"/>
          <a:sy n="87" d="100"/>
        </p:scale>
        <p:origin x="19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F6D47F8B-C2FC-9540-A0E0-B106EE612B16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14208B52-F97A-2D40-B706-CEC41B37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8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9FAC1A9B-BDAC-6A46-B8D4-E37AE0BBC95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7" tIns="48324" rIns="96647" bIns="483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8D36AC2A-E969-3C46-9ED8-B46D40C5E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2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Feedback: The pace of the class so far was...
https://www.polleverywhere.com/multiple_choice_polls/OefYDOQ3h2PyhOWsk1j61?display_state=instructions&amp;activity_state=opened&amp;state=opened&amp;flow=Engagement&amp;onscreen=persist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F0467F-2A11-48D4-AA3D-4A2A4993BCC7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04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Feedback: The pace of the class so far was...
https://www.polleverywhere.com/multiple_choice_polls/OefYDOQ3h2PyhOWsk1j61?display_state=chart&amp;activity_state=opened&amp;state=opened&amp;flow=Engagement&amp;onscreen=persist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997A4-3C28-4073-AE10-726E94BF9F7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25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How much are you willing to pay for a slice of (great) pizza when you're hungry?
https://www.polleverywhere.com/multiple_choice_polls/UmpbBmwWBx0JnKXa5CZy6?display_state=instructions&amp;activity_state=opened&amp;state=opened&amp;flow=Engagement&amp;onscreen=persist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39FDEA-33F8-4C3C-BA9E-C4FCEB1315E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56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How much are you willing to pay for a slice of (great) pizza when you're hungry?
https://www.polleverywhere.com/multiple_choice_polls/UmpbBmwWBx0JnKXa5CZy6?display_state=chart&amp;activity_state=opened&amp;state=opened&amp;flow=Engagement&amp;onscreen=persist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5D591-16CA-4A8B-91D4-C1497E6321C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12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By how much should LADWP raise the price of water?
https://www.polleverywhere.com/multiple_choice_polls/ekzOwtuiEFxilIUOhjrKr?display_state=chart&amp;activity_state=opened&amp;state=opened&amp;flow=Engagement&amp;onscreen=persist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0BABB-EE34-4489-B040-F72B0CC2A3A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69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implied price elasticity of demand that the yoga studio faces?
https://www.polleverywhere.com/multiple_choice_polls/i8U7FpeAyYylmHJnQyQis?display_state=chart&amp;activity_state=opened&amp;state=opened&amp;flow=Engagement&amp;onscreen=persist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648C9-F858-48D4-80EC-16DC0DED704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51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If Q=10-P, what is the elasticity at P=2?
https://www.polleverywhere.com/multiple_choice_polls/xsAr6c0HGhjW6ITPr1oK6?display_state=instructions&amp;activity_state=opened&amp;state=opened&amp;flow=Instructor&amp;onscreen=persist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8BE75-AAC8-4AB9-8375-35D492108B2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29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If Q=10-P, what is the elasticity at P=2?
https://www.polleverywhere.com/multiple_choice_polls/xsAr6c0HGhjW6ITPr1oK6?display_state=chart&amp;activity_state=closed&amp;state=closed&amp;flow=Instructor&amp;onscreen=persist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B0737-4101-44D9-85DA-CE6AA4F3869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46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implied income elasticity of demand for the R3?
https://www.polleverywhere.com/multiple_choice_polls/dDWDEU7LWybudBMb6ze0h?display_state=instructions&amp;activity_state=opened&amp;state=opened&amp;flow=Instructor&amp;onscreen=persist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E4A73E-FEBC-4557-9198-CA6D5008A90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416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implied income elasticity of demand for the R3?
https://www.polleverywhere.com/multiple_choice_polls/dDWDEU7LWybudBMb6ze0h?display_state=chart&amp;activity_state=closed&amp;state=closed&amp;flow=Instructor&amp;onscreen=persist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2CB5C-5D12-4F8C-8126-C527E4EEBC4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60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cross-price elasticity of popcorn with respect to movie tickets is…
https://www.polleverywhere.com/multiple_choice_polls/wJOehuhwslqtDCkgOKtHP?display_state=instructions&amp;activity_state=opened&amp;state=opened&amp;flow=Engagement&amp;onscreen=persist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E2018-E840-4AFD-89CB-3D1A86D2909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98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cross-price elasticity of popcorn with respect to movie tickets is…
https://www.polleverywhere.com/multiple_choice_polls/wJOehuhwslqtDCkgOKtHP?display_state=chart&amp;activity_state=opened&amp;state=opened&amp;flow=Engagement&amp;onscreen=persist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C1090-D046-4078-B0A7-C41F0F3CE85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37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99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1B8BD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18199" y="4401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23681" y="4406900"/>
            <a:ext cx="7666919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6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2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>
            <a:noAutofit/>
          </a:bodyPr>
          <a:lstStyle>
            <a:lvl1pPr algn="l">
              <a:defRPr sz="32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5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1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3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20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11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92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23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89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98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13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808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763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27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47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31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1400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85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97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rgbClr val="15284B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454175" y="6785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cxnSp>
        <p:nvCxnSpPr>
          <p:cNvPr id="34" name="Google Shape;34;p6"/>
          <p:cNvCxnSpPr/>
          <p:nvPr/>
        </p:nvCxnSpPr>
        <p:spPr>
          <a:xfrm>
            <a:off x="353075" y="593367"/>
            <a:ext cx="0" cy="934000"/>
          </a:xfrm>
          <a:prstGeom prst="straightConnector1">
            <a:avLst/>
          </a:prstGeom>
          <a:noFill/>
          <a:ln w="76200" cap="flat" cmpd="sng">
            <a:solidFill>
              <a:srgbClr val="FDB515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316295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6A1EF-F8D3-2C4C-A23B-DABFF455F73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365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1F4B-73DA-634C-9E29-5638864385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439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C6B-EB5D-C046-9EA3-3CA9495D4FA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6617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CE89-0F10-7242-893C-EB6AB707C3E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592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D4AD-BBAE-3345-8D65-FDA503BCC30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600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FE5B-575B-7C44-8512-74AD30B0897C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1884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DBD6-357E-6446-973D-D43166770EC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830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D7A8-0006-294D-BE45-F3E7C3592CE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1714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31F3B-0CB8-3743-AFB9-710E8B95EFB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5065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4D085-3135-FC4A-9A84-231E84B61035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936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6980-FB3F-B643-BBDA-B1757172054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0649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5DF3-9DEA-544D-8F00-A2AC9DF52A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8916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05CF-9EA3-6E4A-B446-49944784288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78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D68B0-69D4-C442-8BE8-D78CC592EE2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2013UCLAAndersonLogoScreen4-3.gi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297" y="1417639"/>
            <a:ext cx="7934131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03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kern="900" spc="400">
                <a:solidFill>
                  <a:schemeClr val="bg1"/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4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5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3000" b="0" i="0" kern="1200" cap="all" spc="400">
          <a:solidFill>
            <a:schemeClr val="bg1"/>
          </a:solidFill>
          <a:latin typeface="Whitney Book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3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4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0698" y="0"/>
            <a:ext cx="9954698" cy="478231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30" y="1600201"/>
            <a:ext cx="78363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111D7-C283-8E4B-AB2F-B2B17B0FC9BC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800" kern="1200" cap="all" spc="4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4" r:id="rId11"/>
    <p:sldLayoutId id="2147483735" r:id="rId12"/>
    <p:sldLayoutId id="2147483738" r:id="rId13"/>
    <p:sldLayoutId id="2147483768" r:id="rId14"/>
    <p:sldLayoutId id="2147483787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4E0049A5-3BC7-C248-9551-30ECA52D287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8/30/2026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5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5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9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0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3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702380-DFF5-42DC-9531-4E0A42A67238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53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943584-D21D-4505-90C5-65F88D46B90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45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4F23A2-75F5-4AED-915A-F3BF0863CC31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53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67024F-6BCD-40BB-99D6-9DBE52E34875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54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BC35F8-8F05-4AB3-8393-485ACB79EFA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90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8738DA-ABD8-449E-9BBF-AE0DAD6827C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47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84E3F7-A177-45ED-8B76-ADD18718CBB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73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3CE2BC-755C-4D46-9815-9E54EF59426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72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30A601-7E70-4B70-8C77-27E886616E9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29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63283C-9A34-4B6A-A574-A33603849CF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61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9FDC2B-51D0-4B28-8C9A-C7A011BD124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84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19A884-5EB4-458F-8ECB-4CD60CFB757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28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fb4bfb20-bb85-4e69-83ee-0653ca024c4d"/>
  <p:tag name="TPLASTSAVEVERSION" val="6.2 PC"/>
  <p:tag name="WASPOLLED" val="9395E21AB51D4B2FB317ED88EF6AF71F"/>
  <p:tag name="TPVERSION" val="5"/>
  <p:tag name="TPFULLVERSION" val="5.3.2.24"/>
  <p:tag name="PPTVERSION" val="16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6fd896f-99c2-4f3e-abcf-f60537a1e2f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18efd47-1998-4a77-b3ba-284aae5549a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e5ec514-8adf-4bb9-b600-5534b07fa2a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b9750cf-7b26-46da-9b74-47ba0e50061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5f37f1fa-98ce-42cf-be92-2cb35eb5233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8214b9a-d53f-486c-8695-ae6293660a4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96bdc16-1fe0-4a66-b89a-ff67c180905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f38b077-3d98-439b-889c-baa78b4e0ea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ae689de-d62a-40b9-9270-57fd18bb915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958d3b16-f697-4699-bee8-c22be9279be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c50fbc0-a00a-46fb-a71d-72a4aba0eb6f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e283252-7a4b-4161-8043-cd9ee6f3d250"/>
</p:tagLst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68670</TotalTime>
  <Words>1037</Words>
  <Application>Microsoft Office PowerPoint</Application>
  <PresentationFormat>On-screen Show (4:3)</PresentationFormat>
  <Paragraphs>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Calibri</vt:lpstr>
      <vt:lpstr>Lucida Grande</vt:lpstr>
      <vt:lpstr>Trebuchet MS</vt:lpstr>
      <vt:lpstr>Whitney Book</vt:lpstr>
      <vt:lpstr>Whitney-Book</vt:lpstr>
      <vt:lpstr>Whitney-Medium</vt:lpstr>
      <vt:lpstr>2_Custom Design</vt:lpstr>
      <vt:lpstr>Custom Design</vt:lpstr>
      <vt:lpstr>3_Custom Design</vt:lpstr>
      <vt:lpstr>5_Custom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Pub Office 3</dc:creator>
  <cp:keywords/>
  <dc:description/>
  <cp:lastModifiedBy>Voigtlaender, Nico</cp:lastModifiedBy>
  <cp:revision>1038</cp:revision>
  <cp:lastPrinted>2019-09-13T20:44:29Z</cp:lastPrinted>
  <dcterms:created xsi:type="dcterms:W3CDTF">2013-01-24T22:32:50Z</dcterms:created>
  <dcterms:modified xsi:type="dcterms:W3CDTF">2026-08-31T06:01:40Z</dcterms:modified>
  <cp:category/>
</cp:coreProperties>
</file>