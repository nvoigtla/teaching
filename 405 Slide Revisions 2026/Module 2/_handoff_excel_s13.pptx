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17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E04D17-61B9-4FD5-9FA2-D75F92D947EB}" type="slidenum">
              <a:rPr lang="en-US"/>
              <a:pPr/>
              <a:t>1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0" y="565150"/>
            <a:ext cx="6807200" cy="382905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Here is your own demand curve, built live from the numbers you just gave me. Sort the willingness-to-pay values from highest to lowest and you get a downward-sloping step function: at a high price only the few people with a high MPV buy, and as the price falls each additional person joins in. Nobody in this room assumed a downward slope. It came out of your answers. That is the first reason the demand curve slopes down.</a:t>
            </a:r>
          </a:p>
        </p:txBody>
      </p:sp>
    </p:spTree>
    <p:extLst>
      <p:ext uri="{BB962C8B-B14F-4D97-AF65-F5344CB8AC3E}">
        <p14:creationId xmlns:p14="http://schemas.microsoft.com/office/powerpoint/2010/main" val="94304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Worksheet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Title 1"/>
          <p:cNvSpPr>
            <a:spLocks noGrp="1"/>
          </p:cNvSpPr>
          <p:nvPr>
            <p:ph type="title"/>
          </p:nvPr>
        </p:nvSpPr>
        <p:spPr>
          <a:xfrm>
            <a:off x="252374" y="502920"/>
            <a:ext cx="11687932" cy="640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en-US" sz="3000" b="1" dirty="0">
                <a:solidFill>
                  <a:srgbClr val="0B2B4E"/>
                </a:solidFill>
                <a:latin typeface="Calibri"/>
              </a:rPr>
              <a:t>1. MORE Customers Buy the Product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2F02A-D260-49EA-9497-96E71898A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825282"/>
              </p:ext>
            </p:extLst>
          </p:nvPr>
        </p:nvGraphicFramePr>
        <p:xfrm>
          <a:off x="2635250" y="1152525"/>
          <a:ext cx="12290425" cy="533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0135761" imgH="8734459" progId="Excel.Sheet.12">
                  <p:embed/>
                </p:oleObj>
              </mc:Choice>
              <mc:Fallback>
                <p:oleObj name="Worksheet" r:id="rId4" imgW="20135761" imgH="8734459" progId="Excel.Shee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35250" y="1152525"/>
                        <a:ext cx="12290425" cy="533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2" name="PageNum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fld id="{67C6E3F0-A6A9-5B66-ABA1-9AD486D4FA9D}" type="slidenum">
              <a:rPr lang="en-US" sz="1200" dirty="0">
                <a:solidFill>
                  <a:srgbClr val="555B66"/>
                </a:solidFill>
                <a:latin typeface="Calibri"/>
              </a:rPr>
              <a:t>1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57590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94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Office Theme</vt:lpstr>
      <vt:lpstr>Worksheet</vt:lpstr>
      <vt:lpstr>1. MORE Customers Buy the Product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Voigtlaender, Nico</cp:lastModifiedBy>
  <cp:revision>4</cp:revision>
  <dcterms:created xsi:type="dcterms:W3CDTF">2013-01-27T09:14:16Z</dcterms:created>
  <dcterms:modified xsi:type="dcterms:W3CDTF">2026-08-28T16:40:23Z</dcterms:modified>
  <cp:category/>
</cp:coreProperties>
</file>