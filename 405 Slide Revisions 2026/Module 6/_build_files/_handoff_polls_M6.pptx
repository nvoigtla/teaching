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  <p:sldMasterId id="2147483819" r:id="rId5"/>
    <p:sldMasterId id="2147483835" r:id="rId6"/>
  </p:sldMasterIdLst>
  <p:notesMasterIdLst>
    <p:notesMasterId r:id="rId10"/>
  </p:notesMasterIdLst>
  <p:handoutMasterIdLst>
    <p:handoutMasterId r:id="rId11"/>
  </p:handoutMasterIdLst>
  <p:sldIdLst>
    <p:sldId id="960" r:id="rId7"/>
    <p:sldId id="964" r:id="rId8"/>
    <p:sldId id="991" r:id="rId9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no, Paola" initials="GP" lastIdx="111" clrIdx="0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2" name="CLEMENCE TRICAUD" initials="CT" lastIdx="41" clrIdx="1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3" name="Wasserman, Melanie" initials="WM" lastIdx="20" clrIdx="2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  <p:cmAuthor id="4" name="Nico Voigtlaender" initials="NV" lastIdx="35" clrIdx="3">
    <p:extLst>
      <p:ext uri="{19B8F6BF-5375-455C-9EA6-DF929625EA0E}">
        <p15:presenceInfo xmlns:p15="http://schemas.microsoft.com/office/powerpoint/2012/main" userId="Nico Voigtlaend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063" autoAdjust="0"/>
  </p:normalViewPr>
  <p:slideViewPr>
    <p:cSldViewPr snapToGrid="0" snapToObjects="1">
      <p:cViewPr varScale="1">
        <p:scale>
          <a:sx n="88" d="100"/>
          <a:sy n="88" d="100"/>
        </p:scale>
        <p:origin x="15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Lodine, a medication for arthritis, is used for both humans and dogs. Which segment 'pays' a higher price?
https://www.polleverywhere.com/multiple_choice_polls/4BC5CeS5GrXrPVaYNwliJ?state=opened&amp;flow=Default&amp;onscreen=persist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15004-F0C7-449F-96E1-1D0F5F0D3BA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19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should United respond to Southwest starting to offer flights on one of its routes?
https://www.polleverywhere.com/multiple_choice_polls/kTjbo3Qwc1lQNUuHpIZ8D?state=opened&amp;flow=Default&amp;onscreen=persist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29C83-7AE8-45B1-8912-7D278084900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85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optimal pricing strategy for the Zoo?
https://www.polleverywhere.com/multiple_choice_polls/hmpajEICOBWnni2rKMoIs?state=opened&amp;flow=Default&amp;onscreen=persist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9883A-0E82-4F53-864F-0CFF128852CF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7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899A1-0085-4047-8521-4C6E88495644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585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45513-CCD9-BF44-AF3C-BE8B0074F8E4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589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4E69F-4642-024C-8218-7783E0016BB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726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935AA-3EEA-4E4A-AAA8-EB53B8142E5C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601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C2FF5-857A-9348-8EB2-11D856F360AB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230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E36F-906D-344A-A949-C52B74620049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862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B588-7288-D04E-904A-CDCE244D580E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24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D5D81-43A6-3F49-B307-3F9BBA124F2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05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B1EA0-6DD3-504A-8908-E971883387B0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65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5274-5AC2-BC41-98DA-ADE40ECE0F39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069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FCA8-EF2C-1647-8362-8B88070EA177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9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63F98-41A7-214D-9D1E-B369563BBE0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93933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FBA-CBBF-0E4F-B88D-32EF928D3AC7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926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3D41A-B76F-734D-8195-99F8976B7155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136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C38028-5B1C-49D3-BF22-2CE9385E6DA2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8100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C633E-2298-204E-AACF-E24EFF406AA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3906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AAD53-932E-6744-A7B5-E9D56713AA93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70968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DFCC7-1B5D-4E46-84A5-178B98047B80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6310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2845D-97EE-F445-AA82-55CB331164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7475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50BF4-8988-BE4B-A0D9-5982AE90C1B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20633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871F8-0597-BE4B-8995-43A43442923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4313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C6356-ED15-9E40-8BB7-7D9094231F3D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6388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DCC3-7787-B94B-8E9A-4B130A91D44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3542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37E5-D1D0-9749-AFE5-370792A74CE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8013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06F6A-AC1A-774B-A74A-33E90EC92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28233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58234-11CC-E84A-A484-707AFF7FC114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0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A679-79CD-7C4C-B43E-7A7F72D5077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37477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74BE0-4447-9D40-9A24-D851C2136A2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60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5AD2E-853D-3E4B-8412-10F295485E76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06781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639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4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43.xml"/><Relationship Id="rId16" Type="http://schemas.openxmlformats.org/officeDocument/2006/relationships/theme" Target="../theme/theme5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image" Target="../media/image4.gif"/><Relationship Id="rId2" Type="http://schemas.openxmlformats.org/officeDocument/2006/relationships/slideLayout" Target="../slideLayouts/slideLayout58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4" name="Picture 13"/>
          <p:cNvPicPr>
            <a:picLocks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6049" y="5935664"/>
            <a:ext cx="1973580" cy="381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ndersonLogo_TITN.gif"/>
          <p:cNvPicPr>
            <a:picLocks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668" y="6197715"/>
            <a:ext cx="2194560" cy="438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4078B1F-B2EE-D743-B0A9-AD5D4736074E}" type="datetime1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65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ndersonLogo_TITN.gif"/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4045" y="6073371"/>
            <a:ext cx="2194560" cy="42291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8E90A6E0-D48F-F943-96BF-CEC2ED7DA21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9/9/2026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32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  <p:sldLayoutId id="2147483847" r:id="rId12"/>
    <p:sldLayoutId id="2147483848" r:id="rId13"/>
    <p:sldLayoutId id="2147483849" r:id="rId14"/>
    <p:sldLayoutId id="2147483850" r:id="rId1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78279-AA28-4C67-B014-2D77393F345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19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8A73D-DB3A-4850-A5B9-0501579F0677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1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83328-752B-45DF-B7B5-58C9E94DB225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23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617bc1c-d35e-4dc9-a341-f33086554f7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e4dc93e-910f-43fa-b821-f1370c53a02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f845e466-37c8-4f2a-b4d5-e3311954ae89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80342</TotalTime>
  <Words>232</Words>
  <Application>Microsoft Office PowerPoint</Application>
  <PresentationFormat>On-screen Show (4:3)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</vt:i4>
      </vt:variant>
    </vt:vector>
  </HeadingPairs>
  <TitlesOfParts>
    <vt:vector size="16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4_Custom Design</vt:lpstr>
      <vt:lpstr>12_Custom Design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Nico Voigtländer</cp:lastModifiedBy>
  <cp:revision>1414</cp:revision>
  <cp:lastPrinted>2019-09-13T20:44:29Z</cp:lastPrinted>
  <dcterms:created xsi:type="dcterms:W3CDTF">2013-01-24T22:32:50Z</dcterms:created>
  <dcterms:modified xsi:type="dcterms:W3CDTF">2026-09-09T18:21:53Z</dcterms:modified>
  <cp:category/>
</cp:coreProperties>
</file>