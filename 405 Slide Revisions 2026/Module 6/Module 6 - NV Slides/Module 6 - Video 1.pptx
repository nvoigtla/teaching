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wdp" ContentType="image/vnd.ms-photo"/>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3.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4.xml" ContentType="application/vnd.openxmlformats-officedocument.theme+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5.xml" ContentType="application/vnd.openxmlformats-officedocument.theme+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9" r:id="rId1"/>
    <p:sldMasterId id="2147483756" r:id="rId2"/>
    <p:sldMasterId id="2147483724" r:id="rId3"/>
    <p:sldMasterId id="2147483769" r:id="rId4"/>
    <p:sldMasterId id="2147483819" r:id="rId5"/>
    <p:sldMasterId id="2147483835" r:id="rId6"/>
  </p:sldMasterIdLst>
  <p:notesMasterIdLst>
    <p:notesMasterId r:id="rId15"/>
  </p:notesMasterIdLst>
  <p:handoutMasterIdLst>
    <p:handoutMasterId r:id="rId16"/>
  </p:handoutMasterIdLst>
  <p:sldIdLst>
    <p:sldId id="257" r:id="rId7"/>
    <p:sldId id="706" r:id="rId8"/>
    <p:sldId id="916" r:id="rId9"/>
    <p:sldId id="772" r:id="rId10"/>
    <p:sldId id="803" r:id="rId11"/>
    <p:sldId id="709" r:id="rId12"/>
    <p:sldId id="710" r:id="rId13"/>
    <p:sldId id="822" r:id="rId14"/>
  </p:sldIdLst>
  <p:sldSz cx="9144000" cy="6858000" type="screen4x3"/>
  <p:notesSz cx="7315200" cy="9601200"/>
  <p:custDataLst>
    <p:tags r:id="rId17"/>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Giuliano, Paola" initials="GP" lastIdx="111" clrIdx="0">
    <p:extLst>
      <p:ext uri="{19B8F6BF-5375-455C-9EA6-DF929625EA0E}">
        <p15:presenceInfo xmlns:p15="http://schemas.microsoft.com/office/powerpoint/2012/main" userId="S::giulpao@ad.ucla.edu::132bae3d-d350-492a-913b-ab702ff24d3d" providerId="AD"/>
      </p:ext>
    </p:extLst>
  </p:cmAuthor>
  <p:cmAuthor id="2" name="CLEMENCE TRICAUD" initials="CT" lastIdx="41" clrIdx="1">
    <p:extLst>
      <p:ext uri="{19B8F6BF-5375-455C-9EA6-DF929625EA0E}">
        <p15:presenceInfo xmlns:p15="http://schemas.microsoft.com/office/powerpoint/2012/main" userId="S-1-5-21-1914341619-2963887621-4192079504-39280" providerId="AD"/>
      </p:ext>
    </p:extLst>
  </p:cmAuthor>
  <p:cmAuthor id="3" name="Wasserman, Melanie" initials="WM" lastIdx="20" clrIdx="2">
    <p:extLst>
      <p:ext uri="{19B8F6BF-5375-455C-9EA6-DF929625EA0E}">
        <p15:presenceInfo xmlns:p15="http://schemas.microsoft.com/office/powerpoint/2012/main" userId="S::mswasserman@ad.ucla.edu::dc9d8677-d4c7-4bfe-9320-b2694e2f633d" providerId="AD"/>
      </p:ext>
    </p:extLst>
  </p:cmAuthor>
  <p:cmAuthor id="4" name="Nico Voigtlaender" initials="NV" lastIdx="35" clrIdx="3">
    <p:extLst>
      <p:ext uri="{19B8F6BF-5375-455C-9EA6-DF929625EA0E}">
        <p15:presenceInfo xmlns:p15="http://schemas.microsoft.com/office/powerpoint/2012/main" userId="Nico Voigtlaend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prnPr/>
  <p:clrMru>
    <a:srgbClr val="1B8BD5"/>
    <a:srgbClr val="FFFFFF"/>
    <a:srgbClr val="002B56"/>
    <a:srgbClr val="002B49"/>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92" autoAdjust="0"/>
    <p:restoredTop sz="77058" autoAdjust="0"/>
  </p:normalViewPr>
  <p:slideViewPr>
    <p:cSldViewPr snapToGrid="0" snapToObjects="1">
      <p:cViewPr varScale="1">
        <p:scale>
          <a:sx n="94" d="100"/>
          <a:sy n="94" d="100"/>
        </p:scale>
        <p:origin x="86" y="2227"/>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60" d="100"/>
        <a:sy n="60" d="100"/>
      </p:scale>
      <p:origin x="0" y="-5142"/>
    </p:cViewPr>
  </p:sorterViewPr>
  <p:notesViewPr>
    <p:cSldViewPr snapToGrid="0" snapToObjects="1">
      <p:cViewPr varScale="1">
        <p:scale>
          <a:sx n="87" d="100"/>
          <a:sy n="87" d="100"/>
        </p:scale>
        <p:origin x="1920"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commentAuthors" Target="commentAuthors.xml"/><Relationship Id="rId3" Type="http://schemas.openxmlformats.org/officeDocument/2006/relationships/slideMaster" Target="slideMasters/slideMaster3.xml"/><Relationship Id="rId21" Type="http://schemas.openxmlformats.org/officeDocument/2006/relationships/theme" Target="theme/theme1.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tags" Target="tags/tag1.xml"/><Relationship Id="rId2" Type="http://schemas.openxmlformats.org/officeDocument/2006/relationships/slideMaster" Target="slideMasters/slideMaster2.xml"/><Relationship Id="rId16" Type="http://schemas.openxmlformats.org/officeDocument/2006/relationships/handoutMaster" Target="handoutMasters/handoutMaster1.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5.xml"/><Relationship Id="rId5" Type="http://schemas.openxmlformats.org/officeDocument/2006/relationships/slideMaster" Target="slideMasters/slideMaster5.xml"/><Relationship Id="rId15" Type="http://schemas.openxmlformats.org/officeDocument/2006/relationships/notesMaster" Target="notesMasters/notesMaster1.xml"/><Relationship Id="rId10" Type="http://schemas.openxmlformats.org/officeDocument/2006/relationships/slide" Target="slides/slide4.xml"/><Relationship Id="rId19"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47" tIns="48324" rIns="96647" bIns="48324" rtlCol="0"/>
          <a:lstStyle>
            <a:lvl1pPr algn="l">
              <a:defRPr sz="1300"/>
            </a:lvl1pPr>
          </a:lstStyle>
          <a:p>
            <a:endParaRPr lang="en-US"/>
          </a:p>
        </p:txBody>
      </p:sp>
      <p:sp>
        <p:nvSpPr>
          <p:cNvPr id="3" name="Date Placeholder 2"/>
          <p:cNvSpPr>
            <a:spLocks noGrp="1"/>
          </p:cNvSpPr>
          <p:nvPr>
            <p:ph type="dt" sz="quarter" idx="1"/>
          </p:nvPr>
        </p:nvSpPr>
        <p:spPr>
          <a:xfrm>
            <a:off x="4143587" y="0"/>
            <a:ext cx="3169920" cy="480060"/>
          </a:xfrm>
          <a:prstGeom prst="rect">
            <a:avLst/>
          </a:prstGeom>
        </p:spPr>
        <p:txBody>
          <a:bodyPr vert="horz" lIns="96647" tIns="48324" rIns="96647" bIns="48324" rtlCol="0"/>
          <a:lstStyle>
            <a:lvl1pPr algn="r">
              <a:defRPr sz="1300"/>
            </a:lvl1pPr>
          </a:lstStyle>
          <a:p>
            <a:fld id="{F6D47F8B-C2FC-9540-A0E0-B106EE612B16}" type="datetimeFigureOut">
              <a:rPr lang="en-US" smtClean="0"/>
              <a:t>1/26/2022</a:t>
            </a:fld>
            <a:endParaRPr lang="en-US"/>
          </a:p>
        </p:txBody>
      </p:sp>
      <p:sp>
        <p:nvSpPr>
          <p:cNvPr id="4" name="Footer Placeholder 3"/>
          <p:cNvSpPr>
            <a:spLocks noGrp="1"/>
          </p:cNvSpPr>
          <p:nvPr>
            <p:ph type="ftr" sz="quarter" idx="2"/>
          </p:nvPr>
        </p:nvSpPr>
        <p:spPr>
          <a:xfrm>
            <a:off x="0" y="9119474"/>
            <a:ext cx="3169920" cy="480060"/>
          </a:xfrm>
          <a:prstGeom prst="rect">
            <a:avLst/>
          </a:prstGeom>
        </p:spPr>
        <p:txBody>
          <a:bodyPr vert="horz" lIns="96647" tIns="48324" rIns="96647" bIns="48324" rtlCol="0" anchor="b"/>
          <a:lstStyle>
            <a:lvl1pPr algn="l">
              <a:defRPr sz="1300"/>
            </a:lvl1pPr>
          </a:lstStyle>
          <a:p>
            <a:endParaRPr lang="en-US"/>
          </a:p>
        </p:txBody>
      </p:sp>
      <p:sp>
        <p:nvSpPr>
          <p:cNvPr id="5" name="Slide Number Placeholder 4"/>
          <p:cNvSpPr>
            <a:spLocks noGrp="1"/>
          </p:cNvSpPr>
          <p:nvPr>
            <p:ph type="sldNum" sz="quarter" idx="3"/>
          </p:nvPr>
        </p:nvSpPr>
        <p:spPr>
          <a:xfrm>
            <a:off x="4143587" y="9119474"/>
            <a:ext cx="3169920" cy="480060"/>
          </a:xfrm>
          <a:prstGeom prst="rect">
            <a:avLst/>
          </a:prstGeom>
        </p:spPr>
        <p:txBody>
          <a:bodyPr vert="horz" lIns="96647" tIns="48324" rIns="96647" bIns="48324" rtlCol="0" anchor="b"/>
          <a:lstStyle>
            <a:lvl1pPr algn="r">
              <a:defRPr sz="1300"/>
            </a:lvl1pPr>
          </a:lstStyle>
          <a:p>
            <a:fld id="{14208B52-F97A-2D40-B706-CEC41B37499B}" type="slidenum">
              <a:rPr lang="en-US" smtClean="0"/>
              <a:t>‹#›</a:t>
            </a:fld>
            <a:endParaRPr lang="en-US"/>
          </a:p>
        </p:txBody>
      </p:sp>
    </p:spTree>
    <p:extLst>
      <p:ext uri="{BB962C8B-B14F-4D97-AF65-F5344CB8AC3E}">
        <p14:creationId xmlns:p14="http://schemas.microsoft.com/office/powerpoint/2010/main" val="1431928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47" tIns="48324" rIns="96647" bIns="48324" rtlCol="0"/>
          <a:lstStyle>
            <a:lvl1pPr algn="l">
              <a:defRPr sz="1300"/>
            </a:lvl1pPr>
          </a:lstStyle>
          <a:p>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47" tIns="48324" rIns="96647" bIns="48324" rtlCol="0"/>
          <a:lstStyle>
            <a:lvl1pPr algn="r">
              <a:defRPr sz="1300"/>
            </a:lvl1pPr>
          </a:lstStyle>
          <a:p>
            <a:fld id="{9FAC1A9B-BDAC-6A46-B8D4-E37AE0BBC950}" type="datetimeFigureOut">
              <a:rPr lang="en-US" smtClean="0"/>
              <a:t>1/26/2022</a:t>
            </a:fld>
            <a:endParaRPr lang="en-US"/>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47" tIns="48324" rIns="96647" bIns="48324" rtlCol="0" anchor="ctr"/>
          <a:lstStyle/>
          <a:p>
            <a:endParaRPr lang="en-US"/>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47" tIns="48324" rIns="96647" bIns="4832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6647" tIns="48324" rIns="96647" bIns="48324"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47" tIns="48324" rIns="96647" bIns="48324" rtlCol="0" anchor="b"/>
          <a:lstStyle>
            <a:lvl1pPr algn="r">
              <a:defRPr sz="1300"/>
            </a:lvl1pPr>
          </a:lstStyle>
          <a:p>
            <a:fld id="{8D36AC2A-E969-3C46-9ED8-B46D40C5E669}" type="slidenum">
              <a:rPr lang="en-US" smtClean="0"/>
              <a:t>‹#›</a:t>
            </a:fld>
            <a:endParaRPr lang="en-US"/>
          </a:p>
        </p:txBody>
      </p:sp>
    </p:spTree>
    <p:extLst>
      <p:ext uri="{BB962C8B-B14F-4D97-AF65-F5344CB8AC3E}">
        <p14:creationId xmlns:p14="http://schemas.microsoft.com/office/powerpoint/2010/main" val="1191726463"/>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D36AC2A-E969-3C46-9ED8-B46D40C5E669}" type="slidenum">
              <a:rPr lang="en-US" smtClean="0"/>
              <a:t>1</a:t>
            </a:fld>
            <a:endParaRPr lang="en-US"/>
          </a:p>
        </p:txBody>
      </p:sp>
    </p:spTree>
    <p:extLst>
      <p:ext uri="{BB962C8B-B14F-4D97-AF65-F5344CB8AC3E}">
        <p14:creationId xmlns:p14="http://schemas.microsoft.com/office/powerpoint/2010/main" val="6425635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36AC2A-E969-3C46-9ED8-B46D40C5E669}" type="slidenum">
              <a:rPr lang="en-US" smtClean="0"/>
              <a:t>2</a:t>
            </a:fld>
            <a:endParaRPr lang="en-US"/>
          </a:p>
        </p:txBody>
      </p:sp>
    </p:spTree>
    <p:extLst>
      <p:ext uri="{BB962C8B-B14F-4D97-AF65-F5344CB8AC3E}">
        <p14:creationId xmlns:p14="http://schemas.microsoft.com/office/powerpoint/2010/main" val="9910341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D36AC2A-E969-3C46-9ED8-B46D40C5E669}" type="slidenum">
              <a:rPr lang="en-US" smtClean="0"/>
              <a:t>3</a:t>
            </a:fld>
            <a:endParaRPr lang="en-US"/>
          </a:p>
        </p:txBody>
      </p:sp>
    </p:spTree>
    <p:extLst>
      <p:ext uri="{BB962C8B-B14F-4D97-AF65-F5344CB8AC3E}">
        <p14:creationId xmlns:p14="http://schemas.microsoft.com/office/powerpoint/2010/main" val="7892576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When an individual can buy several units of an item, the seller can think about a </a:t>
            </a:r>
            <a:r>
              <a:rPr lang="en-US" sz="1200" b="1" kern="1200" dirty="0">
                <a:solidFill>
                  <a:schemeClr val="tx1"/>
                </a:solidFill>
                <a:effectLst/>
                <a:latin typeface="+mn-lt"/>
                <a:ea typeface="+mn-ea"/>
                <a:cs typeface="+mn-cs"/>
              </a:rPr>
              <a:t>volume pricing strategy</a:t>
            </a:r>
            <a:r>
              <a:rPr lang="en-US" sz="1200" kern="1200" dirty="0">
                <a:solidFill>
                  <a:schemeClr val="tx1"/>
                </a:solidFill>
                <a:effectLst/>
                <a:latin typeface="+mn-lt"/>
                <a:ea typeface="+mn-ea"/>
                <a:cs typeface="+mn-cs"/>
              </a:rPr>
              <a:t>. This is the case of continuous choice as opposed to binary choice (buy/don’t buy). </a:t>
            </a:r>
            <a:r>
              <a:rPr lang="en-US" sz="1200" b="1" kern="1200" dirty="0">
                <a:solidFill>
                  <a:schemeClr val="tx1"/>
                </a:solidFill>
                <a:effectLst/>
                <a:latin typeface="+mn-lt"/>
                <a:ea typeface="+mn-ea"/>
                <a:cs typeface="+mn-cs"/>
              </a:rPr>
              <a:t>Diminishing marginal personal value</a:t>
            </a:r>
            <a:r>
              <a:rPr lang="en-US" sz="1200" kern="1200" dirty="0">
                <a:solidFill>
                  <a:schemeClr val="tx1"/>
                </a:solidFill>
                <a:effectLst/>
                <a:latin typeface="+mn-lt"/>
                <a:ea typeface="+mn-ea"/>
                <a:cs typeface="+mn-cs"/>
              </a:rPr>
              <a:t> comes into play – the value of each subsequent unit falls. </a:t>
            </a:r>
            <a:endParaRPr lang="en-US" sz="11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endParaRPr lang="en-US" sz="11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We will talk about 3 kinds of volume pricing; we will see examples of each - they all amount to the </a:t>
            </a:r>
            <a:r>
              <a:rPr lang="en-US" sz="1200" b="1" kern="1200" dirty="0">
                <a:solidFill>
                  <a:schemeClr val="tx1"/>
                </a:solidFill>
                <a:effectLst/>
                <a:latin typeface="+mn-lt"/>
                <a:ea typeface="+mn-ea"/>
                <a:cs typeface="+mn-cs"/>
              </a:rPr>
              <a:t>same thing</a:t>
            </a:r>
            <a:r>
              <a:rPr lang="en-US" sz="1200" kern="1200" dirty="0">
                <a:solidFill>
                  <a:schemeClr val="tx1"/>
                </a:solidFill>
                <a:effectLst/>
                <a:latin typeface="+mn-lt"/>
                <a:ea typeface="+mn-ea"/>
                <a:cs typeface="+mn-cs"/>
              </a:rPr>
              <a:t>:</a:t>
            </a:r>
            <a:endParaRPr lang="en-US" sz="11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t>
            </a:r>
            <a:r>
              <a:rPr lang="en-US" sz="1200" kern="1200" baseline="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Fixed fee + access price</a:t>
            </a:r>
            <a:endParaRPr lang="en-US" sz="11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All or nothing pricing: bundle.</a:t>
            </a:r>
            <a:endParaRPr lang="en-US" sz="11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Quantity discounts: sliding scale. </a:t>
            </a:r>
            <a:endParaRPr lang="en-US" sz="11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Examples of volume pricing:</a:t>
            </a:r>
          </a:p>
          <a:p>
            <a:pPr lvl="0"/>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Rockreation</a:t>
            </a:r>
            <a:r>
              <a:rPr lang="en-US" sz="1200" kern="1200" dirty="0">
                <a:solidFill>
                  <a:schemeClr val="tx1"/>
                </a:solidFill>
                <a:effectLst/>
                <a:latin typeface="+mn-lt"/>
                <a:ea typeface="+mn-ea"/>
                <a:cs typeface="+mn-cs"/>
              </a:rPr>
              <a:t>: fixed monthly fee, unlimited access. Also, price differences with SLC. Is it price discrimination (probably, no – may reflect cost differentials, especially rent)</a:t>
            </a:r>
          </a:p>
          <a:p>
            <a:pPr lvl="0"/>
            <a:r>
              <a:rPr lang="en-US" sz="1200" kern="1200" dirty="0">
                <a:solidFill>
                  <a:schemeClr val="tx1"/>
                </a:solidFill>
                <a:effectLst/>
                <a:latin typeface="+mn-lt"/>
                <a:ea typeface="+mn-ea"/>
                <a:cs typeface="+mn-cs"/>
              </a:rPr>
              <a:t>— Health Club: Annual fee</a:t>
            </a:r>
          </a:p>
          <a:p>
            <a:pPr lvl="0"/>
            <a:r>
              <a:rPr lang="en-US" sz="1200" kern="1200" dirty="0">
                <a:solidFill>
                  <a:schemeClr val="tx1"/>
                </a:solidFill>
                <a:effectLst/>
                <a:latin typeface="+mn-lt"/>
                <a:ea typeface="+mn-ea"/>
                <a:cs typeface="+mn-cs"/>
              </a:rPr>
              <a:t>— Car Wash: Fixed fee - unlimited washes </a:t>
            </a:r>
          </a:p>
          <a:p>
            <a:pPr lvl="0"/>
            <a:r>
              <a:rPr lang="en-US" sz="1200" kern="1200" dirty="0">
                <a:solidFill>
                  <a:schemeClr val="tx1"/>
                </a:solidFill>
                <a:effectLst/>
                <a:latin typeface="+mn-lt"/>
                <a:ea typeface="+mn-ea"/>
                <a:cs typeface="+mn-cs"/>
              </a:rPr>
              <a:t>— Netflix: Monthly fee – “unlimited” rentals</a:t>
            </a:r>
          </a:p>
          <a:p>
            <a:endParaRPr lang="en-US" dirty="0"/>
          </a:p>
          <a:p>
            <a:r>
              <a:rPr lang="en-US" sz="1200" b="1" kern="1200" dirty="0">
                <a:solidFill>
                  <a:schemeClr val="tx1"/>
                </a:solidFill>
                <a:effectLst/>
                <a:latin typeface="+mn-lt"/>
                <a:ea typeface="+mn-ea"/>
                <a:cs typeface="+mn-cs"/>
              </a:rPr>
              <a:t>Analytics</a:t>
            </a:r>
            <a:r>
              <a:rPr lang="en-US" sz="1200" kern="1200" dirty="0">
                <a:solidFill>
                  <a:schemeClr val="tx1"/>
                </a:solidFill>
                <a:effectLst/>
                <a:latin typeface="+mn-lt"/>
                <a:ea typeface="+mn-ea"/>
                <a:cs typeface="+mn-cs"/>
              </a:rPr>
              <a:t> will help to clarify all this here. We still abstract from cost and set MC=0. The optimal price is where Q=10 because the slope of MR is twice the slope of D and we are setting MR=0. Under simple pricing, there is unexploited volume equal to the lower triangle ($100 of value) and the consumer retains a surplus of $100. The company ends up with revenues</a:t>
            </a:r>
            <a:r>
              <a:rPr lang="en-US" sz="1200" kern="1200" baseline="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of $200. There is some opportunity to do some </a:t>
            </a:r>
            <a:r>
              <a:rPr lang="en-US" sz="1200" b="1" kern="1200" dirty="0">
                <a:solidFill>
                  <a:schemeClr val="tx1"/>
                </a:solidFill>
                <a:effectLst/>
                <a:latin typeface="+mn-lt"/>
                <a:ea typeface="+mn-ea"/>
                <a:cs typeface="+mn-cs"/>
              </a:rPr>
              <a:t>business</a:t>
            </a:r>
            <a:r>
              <a:rPr lang="en-US" sz="1200" kern="1200" dirty="0">
                <a:solidFill>
                  <a:schemeClr val="tx1"/>
                </a:solidFill>
                <a:effectLst/>
                <a:latin typeface="+mn-lt"/>
                <a:ea typeface="+mn-ea"/>
                <a:cs typeface="+mn-cs"/>
              </a:rPr>
              <a:t> here.</a:t>
            </a:r>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36AC2A-E969-3C46-9ED8-B46D40C5E669}" type="slidenum">
              <a:rPr kumimoji="0" lang="en-US"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8101150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Ask in class if this is a price searcher or price taker</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dilemma of pricing is that if you charge a </a:t>
            </a:r>
            <a:r>
              <a:rPr lang="en-US" sz="1200" b="1" kern="1200" dirty="0">
                <a:solidFill>
                  <a:schemeClr val="tx1"/>
                </a:solidFill>
                <a:effectLst/>
                <a:latin typeface="+mn-lt"/>
                <a:ea typeface="+mn-ea"/>
                <a:cs typeface="+mn-cs"/>
              </a:rPr>
              <a:t>high price</a:t>
            </a:r>
            <a:r>
              <a:rPr lang="en-US" sz="1200" kern="1200" dirty="0">
                <a:solidFill>
                  <a:schemeClr val="tx1"/>
                </a:solidFill>
                <a:effectLst/>
                <a:latin typeface="+mn-lt"/>
                <a:ea typeface="+mn-ea"/>
                <a:cs typeface="+mn-cs"/>
              </a:rPr>
              <a:t> to capture a lot of value, you exclude many from wanting to buy the product, namely the hordes of those with valuations for the product that are lower than price. The alternative is to go with </a:t>
            </a:r>
            <a:r>
              <a:rPr lang="en-US" sz="1200" b="1" kern="1200" dirty="0">
                <a:solidFill>
                  <a:schemeClr val="tx1"/>
                </a:solidFill>
                <a:effectLst/>
                <a:latin typeface="+mn-lt"/>
                <a:ea typeface="+mn-ea"/>
                <a:cs typeface="+mn-cs"/>
              </a:rPr>
              <a:t>volume</a:t>
            </a:r>
            <a:r>
              <a:rPr lang="en-US" sz="1200" kern="1200" dirty="0">
                <a:solidFill>
                  <a:schemeClr val="tx1"/>
                </a:solidFill>
                <a:effectLst/>
                <a:latin typeface="+mn-lt"/>
                <a:ea typeface="+mn-ea"/>
                <a:cs typeface="+mn-cs"/>
              </a:rPr>
              <a:t>, but then you have to charge a low price and you give away a lot of consumer surplus, leave a lot of surplus on the table which you do not capture. There is a dilemma. Today we will see how to escape the dilemma through </a:t>
            </a:r>
            <a:r>
              <a:rPr lang="en-US" sz="1200" b="1" kern="1200" dirty="0">
                <a:solidFill>
                  <a:schemeClr val="tx1"/>
                </a:solidFill>
                <a:effectLst/>
                <a:latin typeface="+mn-lt"/>
                <a:ea typeface="+mn-ea"/>
                <a:cs typeface="+mn-cs"/>
              </a:rPr>
              <a:t>price discrimination</a:t>
            </a:r>
            <a:r>
              <a:rPr lang="en-US" sz="1200" kern="1200" dirty="0">
                <a:solidFill>
                  <a:schemeClr val="tx1"/>
                </a:solidFill>
                <a:effectLst/>
                <a:latin typeface="+mn-lt"/>
                <a:ea typeface="+mn-ea"/>
                <a:cs typeface="+mn-cs"/>
              </a:rPr>
              <a:t>.</a:t>
            </a:r>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36AC2A-E969-3C46-9ED8-B46D40C5E669}"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2917343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857250" lvl="1" indent="-457200" defTabSz="914400">
              <a:lnSpc>
                <a:spcPct val="90000"/>
              </a:lnSpc>
            </a:pPr>
            <a:r>
              <a:rPr lang="en-US" sz="2200" dirty="0"/>
              <a:t>Consumers are better off under resale: low-price consumers can resell their purchases at a profit; high-price consumers can buy product at a lower price than the firm would charge</a:t>
            </a:r>
          </a:p>
          <a:p>
            <a:pPr marL="857250" lvl="1" indent="-457200" defTabSz="914400">
              <a:lnSpc>
                <a:spcPct val="90000"/>
              </a:lnSpc>
            </a:pPr>
            <a:r>
              <a:rPr lang="en-US" sz="2200" dirty="0"/>
              <a:t>Firms are not better off, since only selling at one price, the lower price!</a:t>
            </a:r>
          </a:p>
          <a:p>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36AC2A-E969-3C46-9ED8-B46D40C5E669}"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3900975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D36AC2A-E969-3C46-9ED8-B46D40C5E669}"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4583538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g"/><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g"/><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g"/><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BF8D68B6-7B24-6146-BD9E-412DC96CF560}" type="datetimeFigureOut">
              <a:rPr lang="en-US" smtClean="0"/>
              <a:t>1/26/2022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206DB-9488-D04D-BDD1-A7C9D84C4579}" type="slidenum">
              <a:rPr lang="en-US" smtClean="0"/>
              <a:t>‹#›</a:t>
            </a:fld>
            <a:endParaRPr lang="en-US"/>
          </a:p>
        </p:txBody>
      </p:sp>
      <p:sp>
        <p:nvSpPr>
          <p:cNvPr id="3" name="Text Placeholder 2"/>
          <p:cNvSpPr>
            <a:spLocks noGrp="1"/>
          </p:cNvSpPr>
          <p:nvPr>
            <p:ph type="body" idx="1"/>
          </p:nvPr>
        </p:nvSpPr>
        <p:spPr>
          <a:xfrm>
            <a:off x="518199" y="2906713"/>
            <a:ext cx="7772400" cy="1500187"/>
          </a:xfrm>
        </p:spPr>
        <p:txBody>
          <a:bodyPr anchor="b">
            <a:normAutofit/>
          </a:bodyPr>
          <a:lstStyle>
            <a:lvl1pPr marL="0" indent="0">
              <a:buNone/>
              <a:defRPr sz="1600">
                <a:solidFill>
                  <a:srgbClr val="1B8BD5"/>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9" name="Title Placeholder 1"/>
          <p:cNvSpPr>
            <a:spLocks noGrp="1"/>
          </p:cNvSpPr>
          <p:nvPr>
            <p:ph type="title"/>
          </p:nvPr>
        </p:nvSpPr>
        <p:spPr>
          <a:xfrm>
            <a:off x="518199" y="4401792"/>
            <a:ext cx="8229600" cy="1143000"/>
          </a:xfrm>
          <a:prstGeom prst="rect">
            <a:avLst/>
          </a:prstGeom>
        </p:spPr>
        <p:txBody>
          <a:bodyPr vert="horz" lIns="91440" tIns="45720" rIns="91440" bIns="45720" rtlCol="0" anchor="t" anchorCtr="0">
            <a:normAutofit/>
          </a:bodyPr>
          <a:lstStyle>
            <a:lvl1pPr algn="l">
              <a:defRPr>
                <a:solidFill>
                  <a:schemeClr val="bg1"/>
                </a:solidFill>
              </a:defRPr>
            </a:lvl1pPr>
          </a:lstStyle>
          <a:p>
            <a:r>
              <a:rPr lang="en-US" dirty="0"/>
              <a:t>Click to edit Master title style</a:t>
            </a:r>
          </a:p>
        </p:txBody>
      </p:sp>
      <p:cxnSp>
        <p:nvCxnSpPr>
          <p:cNvPr id="12" name="Straight Connector 11"/>
          <p:cNvCxnSpPr/>
          <p:nvPr userDrawn="1"/>
        </p:nvCxnSpPr>
        <p:spPr>
          <a:xfrm>
            <a:off x="623681" y="4406900"/>
            <a:ext cx="7666919" cy="0"/>
          </a:xfrm>
          <a:prstGeom prst="line">
            <a:avLst/>
          </a:prstGeom>
          <a:ln>
            <a:solidFill>
              <a:schemeClr val="tx2">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826699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F8D68B6-7B24-6146-BD9E-412DC96CF560}" type="datetimeFigureOut">
              <a:rPr lang="en-US" smtClean="0"/>
              <a:t>1/26/2022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42389679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C9E111D7-C283-8E4B-AB2F-B2B17B0FC9BC}" type="datetimeFigureOut">
              <a:rPr lang="en-US" smtClean="0"/>
              <a:t>1/26/2022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29230289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9E111D7-C283-8E4B-AB2F-B2B17B0FC9BC}" type="datetimeFigureOut">
              <a:rPr lang="en-US" smtClean="0"/>
              <a:t>1/26/2022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31551732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1"/>
            <a:ext cx="7772400" cy="1362075"/>
          </a:xfrm>
        </p:spPr>
        <p:txBody>
          <a:bodyPr anchor="t">
            <a:noAutofit/>
          </a:bodyPr>
          <a:lstStyle>
            <a:lvl1pPr algn="l">
              <a:defRPr sz="3200" b="1" cap="all"/>
            </a:lvl1pPr>
          </a:lstStyle>
          <a:p>
            <a:r>
              <a:rPr lang="en-US" dirty="0"/>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9E111D7-C283-8E4B-AB2F-B2B17B0FC9BC}" type="datetimeFigureOut">
              <a:rPr lang="en-US" smtClean="0"/>
              <a:t>1/26/2022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16537578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C9E111D7-C283-8E4B-AB2F-B2B17B0FC9BC}" type="datetimeFigureOut">
              <a:rPr lang="en-US" smtClean="0"/>
              <a:t>1/26/2022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21441162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7" y="1535113"/>
            <a:ext cx="4041775"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C9E111D7-C283-8E4B-AB2F-B2B17B0FC9BC}" type="datetimeFigureOut">
              <a:rPr lang="en-US" smtClean="0"/>
              <a:t>1/26/2022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16831459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9E111D7-C283-8E4B-AB2F-B2B17B0FC9BC}" type="datetimeFigureOut">
              <a:rPr lang="en-US" smtClean="0"/>
              <a:t>1/26/2022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9517368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9E111D7-C283-8E4B-AB2F-B2B17B0FC9BC}" type="datetimeFigureOut">
              <a:rPr lang="en-US" smtClean="0"/>
              <a:t>1/26/2022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26587206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49"/>
            <a:ext cx="3008313" cy="1162051"/>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2"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9E111D7-C283-8E4B-AB2F-B2B17B0FC9BC}" type="datetimeFigureOut">
              <a:rPr lang="en-US" smtClean="0"/>
              <a:t>1/26/2022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1339650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9"/>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9E111D7-C283-8E4B-AB2F-B2B17B0FC9BC}" type="datetimeFigureOut">
              <a:rPr lang="en-US" smtClean="0"/>
              <a:t>1/26/2022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8325473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9E111D7-C283-8E4B-AB2F-B2B17B0FC9BC}" type="datetimeFigureOut">
              <a:rPr lang="en-US" smtClean="0"/>
              <a:t>1/26/2022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39568116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9"/>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9E111D7-C283-8E4B-AB2F-B2B17B0FC9BC}" type="datetimeFigureOut">
              <a:rPr lang="en-US" smtClean="0"/>
              <a:t>1/26/2022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4DDD2-D94C-1147-A389-2CD6A7EEF184}" type="slidenum">
              <a:rPr lang="en-US" smtClean="0"/>
              <a:t>‹#›</a:t>
            </a:fld>
            <a:endParaRPr lang="en-US"/>
          </a:p>
        </p:txBody>
      </p:sp>
    </p:spTree>
    <p:extLst>
      <p:ext uri="{BB962C8B-B14F-4D97-AF65-F5344CB8AC3E}">
        <p14:creationId xmlns:p14="http://schemas.microsoft.com/office/powerpoint/2010/main" val="18343928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latin typeface="Trebuchet M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BF8D68B6-7B24-6146-BD9E-412DC96CF560}" type="datetimeFigureOut">
              <a:rPr lang="en-US" smtClean="0"/>
              <a:t>1/26/2022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142927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F8D68B6-7B24-6146-BD9E-412DC96CF560}" type="datetimeFigureOut">
              <a:rPr lang="en-US" smtClean="0"/>
              <a:t>1/26/2022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14403235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1"/>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F8D68B6-7B24-6146-BD9E-412DC96CF560}" type="datetimeFigureOut">
              <a:rPr lang="en-US" smtClean="0"/>
              <a:t>1/26/2022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12598897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F8D68B6-7B24-6146-BD9E-412DC96CF560}" type="datetimeFigureOut">
              <a:rPr lang="en-US" smtClean="0"/>
              <a:t>1/26/2022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20581985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7" y="1535113"/>
            <a:ext cx="4041775"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F8D68B6-7B24-6146-BD9E-412DC96CF560}" type="datetimeFigureOut">
              <a:rPr lang="en-US" smtClean="0"/>
              <a:t>1/26/2022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21172138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F8D68B6-7B24-6146-BD9E-412DC96CF560}" type="datetimeFigureOut">
              <a:rPr lang="en-US" smtClean="0"/>
              <a:t>1/26/2022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31808808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F8D68B6-7B24-6146-BD9E-412DC96CF560}" type="datetimeFigureOut">
              <a:rPr lang="en-US" smtClean="0"/>
              <a:t>1/26/2022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20461763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49"/>
            <a:ext cx="3008313" cy="1162051"/>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2"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F8D68B6-7B24-6146-BD9E-412DC96CF560}" type="datetimeFigureOut">
              <a:rPr lang="en-US" smtClean="0"/>
              <a:t>1/26/2022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36147271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9"/>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F8D68B6-7B24-6146-BD9E-412DC96CF560}" type="datetimeFigureOut">
              <a:rPr lang="en-US" smtClean="0"/>
              <a:t>1/26/2022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36838477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1_Custom Layout">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a:stretch>
            <a:fillRect/>
          </a:stretch>
        </p:blipFill>
        <p:spPr>
          <a:xfrm>
            <a:off x="0" y="0"/>
            <a:ext cx="9135241" cy="6858000"/>
          </a:xfrm>
          <a:prstGeom prst="rect">
            <a:avLst/>
          </a:prstGeom>
        </p:spPr>
      </p:pic>
      <p:sp>
        <p:nvSpPr>
          <p:cNvPr id="2" name="Title 1"/>
          <p:cNvSpPr>
            <a:spLocks noGrp="1"/>
          </p:cNvSpPr>
          <p:nvPr>
            <p:ph type="title"/>
          </p:nvPr>
        </p:nvSpPr>
        <p:spPr>
          <a:xfrm>
            <a:off x="3781899" y="-205952"/>
            <a:ext cx="8229600" cy="1143000"/>
          </a:xfrm>
        </p:spPr>
        <p:txBody>
          <a:bodyPr>
            <a:normAutofit/>
          </a:bodyPr>
          <a:lstStyle>
            <a:lvl1pPr algn="l">
              <a:defRPr sz="2000">
                <a:solidFill>
                  <a:schemeClr val="tx2">
                    <a:lumMod val="50000"/>
                  </a:schemeClr>
                </a:solidFill>
                <a:effectLst/>
                <a:latin typeface="Whitney-Book"/>
              </a:defRPr>
            </a:lvl1pPr>
          </a:lstStyle>
          <a:p>
            <a:r>
              <a:rPr lang="en-US" dirty="0"/>
              <a:t>Click to edit Master title style</a:t>
            </a:r>
          </a:p>
        </p:txBody>
      </p:sp>
      <p:sp>
        <p:nvSpPr>
          <p:cNvPr id="3" name="Date Placeholder 2"/>
          <p:cNvSpPr>
            <a:spLocks noGrp="1"/>
          </p:cNvSpPr>
          <p:nvPr>
            <p:ph type="dt" sz="half" idx="10"/>
          </p:nvPr>
        </p:nvSpPr>
        <p:spPr/>
        <p:txBody>
          <a:bodyPr/>
          <a:lstStyle/>
          <a:p>
            <a:fld id="{BF8D68B6-7B24-6146-BD9E-412DC96CF560}" type="datetimeFigureOut">
              <a:rPr lang="en-US" smtClean="0"/>
              <a:pPr/>
              <a:t>1/26/2022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0F3206DB-9488-D04D-BDD1-A7C9D84C4579}" type="slidenum">
              <a:rPr lang="en-US" smtClean="0"/>
              <a:pPr/>
              <a:t>‹#›</a:t>
            </a:fld>
            <a:endParaRPr lang="en-US" dirty="0"/>
          </a:p>
        </p:txBody>
      </p:sp>
    </p:spTree>
    <p:extLst>
      <p:ext uri="{BB962C8B-B14F-4D97-AF65-F5344CB8AC3E}">
        <p14:creationId xmlns:p14="http://schemas.microsoft.com/office/powerpoint/2010/main" val="30325317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14" name="Picture 13" descr="LosAngelesPowerpointBkgrd4-3.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13" name="Picture 12" descr="ShanghaiBand3.psd"/>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3396721"/>
            <a:ext cx="7113120" cy="4359992"/>
          </a:xfrm>
          <a:prstGeom prst="rect">
            <a:avLst/>
          </a:prstGeom>
        </p:spPr>
      </p:pic>
      <p:sp>
        <p:nvSpPr>
          <p:cNvPr id="10" name="Rectangle 9"/>
          <p:cNvSpPr/>
          <p:nvPr userDrawn="1"/>
        </p:nvSpPr>
        <p:spPr>
          <a:xfrm>
            <a:off x="402968" y="5520257"/>
            <a:ext cx="167878" cy="461665"/>
          </a:xfrm>
          <a:prstGeom prst="rect">
            <a:avLst/>
          </a:prstGeom>
        </p:spPr>
        <p:txBody>
          <a:bodyPr wrap="square">
            <a:spAutoFit/>
          </a:bodyPr>
          <a:lstStyle/>
          <a:p>
            <a:r>
              <a:rPr lang="en-US" sz="2400" dirty="0">
                <a:solidFill>
                  <a:srgbClr val="E3AA00"/>
                </a:solidFill>
                <a:latin typeface="Arial"/>
                <a:ea typeface="Arial" charset="0"/>
                <a:cs typeface="Arial"/>
                <a:sym typeface="Arial" charset="0"/>
              </a:rPr>
              <a:t> </a:t>
            </a:r>
            <a:endParaRPr lang="en-US" dirty="0"/>
          </a:p>
        </p:txBody>
      </p:sp>
      <p:sp>
        <p:nvSpPr>
          <p:cNvPr id="2" name="Title 1"/>
          <p:cNvSpPr>
            <a:spLocks noGrp="1"/>
          </p:cNvSpPr>
          <p:nvPr>
            <p:ph type="title"/>
          </p:nvPr>
        </p:nvSpPr>
        <p:spPr>
          <a:xfrm>
            <a:off x="3311174" y="510310"/>
            <a:ext cx="5375625" cy="2165983"/>
          </a:xfrm>
        </p:spPr>
        <p:txBody>
          <a:bodyPr anchor="t" anchorCtr="0"/>
          <a:lstStyle>
            <a:lvl1pPr algn="l">
              <a:defRPr baseline="0">
                <a:solidFill>
                  <a:schemeClr val="bg1"/>
                </a:solidFill>
                <a:latin typeface="Whitney-Book"/>
              </a:defRPr>
            </a:lvl1pPr>
          </a:lstStyle>
          <a:p>
            <a:r>
              <a:rPr lang="en-US" dirty="0"/>
              <a:t>Click to edit Master title style</a:t>
            </a:r>
          </a:p>
        </p:txBody>
      </p:sp>
      <p:sp>
        <p:nvSpPr>
          <p:cNvPr id="3" name="Vertical Text Placeholder 2"/>
          <p:cNvSpPr>
            <a:spLocks noGrp="1"/>
          </p:cNvSpPr>
          <p:nvPr>
            <p:ph type="body" orient="vert" idx="1"/>
          </p:nvPr>
        </p:nvSpPr>
        <p:spPr>
          <a:xfrm rot="16200000">
            <a:off x="1086444" y="2810314"/>
            <a:ext cx="3264685" cy="4813070"/>
          </a:xfrm>
        </p:spPr>
        <p:txBody>
          <a:bodyPr vert="eaVert" anchor="t" anchorCtr="0"/>
          <a:lstStyle>
            <a:lvl1pPr>
              <a:defRPr baseline="0">
                <a:latin typeface="Whitney-Book"/>
              </a:defRPr>
            </a:lvl1pPr>
            <a:lvl2pPr>
              <a:defRPr baseline="0">
                <a:latin typeface="Whitney-Book"/>
              </a:defRPr>
            </a:lvl2pPr>
            <a:lvl3pPr>
              <a:defRPr baseline="0">
                <a:latin typeface="Whitney-Book"/>
              </a:defRPr>
            </a:lvl3pPr>
            <a:lvl4pPr>
              <a:defRPr baseline="0">
                <a:latin typeface="Whitney-Book"/>
              </a:defRPr>
            </a:lvl4pPr>
            <a:lvl5pPr>
              <a:defRPr baseline="0">
                <a:latin typeface="Whitney-Book"/>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4" name="Date Placeholder 3"/>
          <p:cNvSpPr>
            <a:spLocks noGrp="1"/>
          </p:cNvSpPr>
          <p:nvPr>
            <p:ph type="dt" sz="half" idx="10"/>
          </p:nvPr>
        </p:nvSpPr>
        <p:spPr/>
        <p:txBody>
          <a:bodyPr/>
          <a:lstStyle/>
          <a:p>
            <a:fld id="{BF8D68B6-7B24-6146-BD9E-412DC96CF560}" type="datetimeFigureOut">
              <a:rPr lang="en-US" smtClean="0"/>
              <a:t>1/26/2022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3582200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 calcmode="lin" valueType="num">
                                      <p:cBhvr additive="base">
                                        <p:cTn id="1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grpId="0" nodeType="after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 calcmode="lin" valueType="num">
                                      <p:cBhvr additive="base">
                                        <p:cTn id="22"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par>
                          <p:cTn id="24" fill="hold">
                            <p:stCondLst>
                              <p:cond delay="2000"/>
                            </p:stCondLst>
                            <p:childTnLst>
                              <p:par>
                                <p:cTn id="25" presetID="2" presetClass="entr" presetSubtype="4" fill="hold" grpId="0" nodeType="after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 calcmode="lin" valueType="num">
                                      <p:cBhvr additive="base">
                                        <p:cTn id="2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 presetClass="entr" presetSubtype="4" fill="hold" nodeType="after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2">
            <p:tnLst>
              <p:par>
                <p:cTn presetID="2" presetClass="entr" presetSubtype="4" fill="hold" nodeType="after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3">
            <p:tnLst>
              <p:par>
                <p:cTn presetID="2" presetClass="entr" presetSubtype="4" fill="hold" nodeType="after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4">
            <p:tnLst>
              <p:par>
                <p:cTn presetID="2" presetClass="entr" presetSubtype="4" fill="hold" nodeType="after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Lst>
      </p:bldP>
    </p:bld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a:stretch>
            <a:fillRect/>
          </a:stretch>
        </p:blipFill>
        <p:spPr>
          <a:xfrm>
            <a:off x="0" y="-8808"/>
            <a:ext cx="9144000" cy="6858000"/>
          </a:xfrm>
          <a:prstGeom prst="rect">
            <a:avLst/>
          </a:prstGeom>
        </p:spPr>
      </p:pic>
      <p:sp>
        <p:nvSpPr>
          <p:cNvPr id="3" name="Vertical Text Placeholder 2"/>
          <p:cNvSpPr>
            <a:spLocks noGrp="1"/>
          </p:cNvSpPr>
          <p:nvPr>
            <p:ph type="body" orient="vert" idx="1"/>
          </p:nvPr>
        </p:nvSpPr>
        <p:spPr>
          <a:xfrm rot="16200000">
            <a:off x="2544897" y="1421143"/>
            <a:ext cx="3726791" cy="5851525"/>
          </a:xfrm>
        </p:spPr>
        <p:txBody>
          <a:bodyPr vert="eaVert"/>
          <a:lstStyle>
            <a:lvl1pPr>
              <a:defRPr>
                <a:latin typeface="Whitney-Medium"/>
              </a:defRPr>
            </a:lvl1pPr>
            <a:lvl2pPr>
              <a:defRPr>
                <a:latin typeface="Whitney-Medium"/>
              </a:defRPr>
            </a:lvl2pPr>
            <a:lvl3pPr>
              <a:defRPr>
                <a:latin typeface="Whitney-Medium"/>
              </a:defRPr>
            </a:lvl3pPr>
            <a:lvl4pPr>
              <a:defRPr>
                <a:latin typeface="Whitney-Medium"/>
              </a:defRPr>
            </a:lvl4pPr>
            <a:lvl5pPr>
              <a:defRPr>
                <a:latin typeface="Whitney-Medium"/>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F8D68B6-7B24-6146-BD9E-412DC96CF560}" type="datetimeFigureOut">
              <a:rPr lang="en-US" smtClean="0"/>
              <a:t>1/26/2022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206DB-9488-D04D-BDD1-A7C9D84C4579}" type="slidenum">
              <a:rPr lang="en-US" smtClean="0"/>
              <a:t>‹#›</a:t>
            </a:fld>
            <a:endParaRPr lang="en-US"/>
          </a:p>
        </p:txBody>
      </p:sp>
      <p:sp>
        <p:nvSpPr>
          <p:cNvPr id="2" name="Vertical Title 1"/>
          <p:cNvSpPr>
            <a:spLocks noGrp="1"/>
          </p:cNvSpPr>
          <p:nvPr>
            <p:ph type="title" orient="vert"/>
          </p:nvPr>
        </p:nvSpPr>
        <p:spPr>
          <a:xfrm rot="16200000">
            <a:off x="3349120" y="-2112771"/>
            <a:ext cx="1288485" cy="7072320"/>
          </a:xfrm>
        </p:spPr>
        <p:txBody>
          <a:bodyPr vert="eaVert">
            <a:normAutofit/>
          </a:bodyPr>
          <a:lstStyle>
            <a:lvl1pPr>
              <a:defRPr sz="2800">
                <a:latin typeface="Whitney-Medium"/>
              </a:defRPr>
            </a:lvl1pPr>
          </a:lstStyle>
          <a:p>
            <a:r>
              <a:rPr lang="en-US" dirty="0"/>
              <a:t>Click to edit Master title style</a:t>
            </a:r>
          </a:p>
        </p:txBody>
      </p:sp>
    </p:spTree>
    <p:extLst>
      <p:ext uri="{BB962C8B-B14F-4D97-AF65-F5344CB8AC3E}">
        <p14:creationId xmlns:p14="http://schemas.microsoft.com/office/powerpoint/2010/main" val="12014008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2_Custom Layout">
    <p:spTree>
      <p:nvGrpSpPr>
        <p:cNvPr id="1" name=""/>
        <p:cNvGrpSpPr/>
        <p:nvPr/>
      </p:nvGrpSpPr>
      <p:grpSpPr>
        <a:xfrm>
          <a:off x="0" y="0"/>
          <a:ext cx="0" cy="0"/>
          <a:chOff x="0" y="0"/>
          <a:chExt cx="0" cy="0"/>
        </a:xfrm>
      </p:grpSpPr>
      <p:pic>
        <p:nvPicPr>
          <p:cNvPr id="12" name="Picture 11" descr="StudentsPPT_Bkgrd.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Date Placeholder 2"/>
          <p:cNvSpPr>
            <a:spLocks noGrp="1"/>
          </p:cNvSpPr>
          <p:nvPr>
            <p:ph type="dt" sz="half" idx="10"/>
          </p:nvPr>
        </p:nvSpPr>
        <p:spPr/>
        <p:txBody>
          <a:bodyPr/>
          <a:lstStyle/>
          <a:p>
            <a:fld id="{BF8D68B6-7B24-6146-BD9E-412DC96CF560}" type="datetimeFigureOut">
              <a:rPr lang="en-US" smtClean="0"/>
              <a:pPr/>
              <a:t>1/26/2022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0F3206DB-9488-D04D-BDD1-A7C9D84C4579}" type="slidenum">
              <a:rPr lang="en-US" smtClean="0"/>
              <a:pPr/>
              <a:t>‹#›</a:t>
            </a:fld>
            <a:endParaRPr lang="en-US" dirty="0"/>
          </a:p>
        </p:txBody>
      </p:sp>
      <p:sp>
        <p:nvSpPr>
          <p:cNvPr id="9" name="TextBox 8"/>
          <p:cNvSpPr txBox="1"/>
          <p:nvPr userDrawn="1"/>
        </p:nvSpPr>
        <p:spPr>
          <a:xfrm>
            <a:off x="-2336800" y="-1741532"/>
            <a:ext cx="168365" cy="369332"/>
          </a:xfrm>
          <a:prstGeom prst="rect">
            <a:avLst/>
          </a:prstGeom>
          <a:noFill/>
        </p:spPr>
        <p:txBody>
          <a:bodyPr wrap="square" rtlCol="0">
            <a:spAutoFit/>
          </a:bodyPr>
          <a:lstStyle/>
          <a:p>
            <a:endParaRPr lang="en-US" dirty="0"/>
          </a:p>
        </p:txBody>
      </p:sp>
      <p:pic>
        <p:nvPicPr>
          <p:cNvPr id="10" name="Picture 9" descr="ShanghaiBand-85%.psd"/>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flipH="1" flipV="1">
            <a:off x="3576826" y="3220175"/>
            <a:ext cx="5789714" cy="4036564"/>
          </a:xfrm>
          <a:prstGeom prst="rect">
            <a:avLst/>
          </a:prstGeom>
        </p:spPr>
      </p:pic>
      <p:sp>
        <p:nvSpPr>
          <p:cNvPr id="2" name="Title 1"/>
          <p:cNvSpPr>
            <a:spLocks noGrp="1"/>
          </p:cNvSpPr>
          <p:nvPr>
            <p:ph type="title"/>
          </p:nvPr>
        </p:nvSpPr>
        <p:spPr>
          <a:xfrm>
            <a:off x="5571377" y="3762481"/>
            <a:ext cx="3572624" cy="1349484"/>
          </a:xfrm>
        </p:spPr>
        <p:txBody>
          <a:bodyPr>
            <a:normAutofit/>
          </a:bodyPr>
          <a:lstStyle>
            <a:lvl1pPr algn="l">
              <a:defRPr sz="2000" b="0" i="0">
                <a:solidFill>
                  <a:schemeClr val="bg1"/>
                </a:solidFill>
                <a:latin typeface="Whitney Book"/>
              </a:defRPr>
            </a:lvl1pPr>
          </a:lstStyle>
          <a:p>
            <a:r>
              <a:rPr lang="en-US" dirty="0"/>
              <a:t>Click to edit Master title style</a:t>
            </a:r>
          </a:p>
        </p:txBody>
      </p:sp>
    </p:spTree>
    <p:extLst>
      <p:ext uri="{BB962C8B-B14F-4D97-AF65-F5344CB8AC3E}">
        <p14:creationId xmlns:p14="http://schemas.microsoft.com/office/powerpoint/2010/main" val="1949856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50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1+#ppt_w/2"/>
                                          </p:val>
                                        </p:tav>
                                        <p:tav tm="100000">
                                          <p:val>
                                            <p:strVal val="#ppt_x"/>
                                          </p:val>
                                        </p:tav>
                                      </p:tavLst>
                                    </p:anim>
                                    <p:anim calcmode="lin" valueType="num">
                                      <p:cBhvr additive="base">
                                        <p:cTn id="12"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F8D68B6-7B24-6146-BD9E-412DC96CF560}" type="datetimeFigureOut">
              <a:rPr lang="en-US" smtClean="0"/>
              <a:pPr/>
              <a:t>1/26/2022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0F3206DB-9488-D04D-BDD1-A7C9D84C4579}" type="slidenum">
              <a:rPr lang="en-US" smtClean="0"/>
              <a:pPr/>
              <a:t>‹#›</a:t>
            </a:fld>
            <a:endParaRPr lang="en-US" dirty="0"/>
          </a:p>
        </p:txBody>
      </p:sp>
      <p:sp>
        <p:nvSpPr>
          <p:cNvPr id="9" name="TextBox 8"/>
          <p:cNvSpPr txBox="1"/>
          <p:nvPr userDrawn="1"/>
        </p:nvSpPr>
        <p:spPr>
          <a:xfrm>
            <a:off x="-2336800" y="-1741532"/>
            <a:ext cx="168365" cy="369332"/>
          </a:xfrm>
          <a:prstGeom prst="rect">
            <a:avLst/>
          </a:prstGeom>
          <a:noFill/>
        </p:spPr>
        <p:txBody>
          <a:bodyPr wrap="square" rtlCol="0">
            <a:spAutoFit/>
          </a:bodyPr>
          <a:lstStyle/>
          <a:p>
            <a:endParaRPr lang="en-US" dirty="0"/>
          </a:p>
        </p:txBody>
      </p:sp>
      <p:pic>
        <p:nvPicPr>
          <p:cNvPr id="6" name="Picture 5" descr="2013UCLAAndersonTITN_ppt4-3.gif"/>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15028979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latin typeface="Trebuchet M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3C16A1EF-F8D3-2C4C-A23B-DABFF455F73F}" type="datetime1">
              <a:rPr lang="en-US" smtClean="0">
                <a:solidFill>
                  <a:prstClr val="black">
                    <a:lumMod val="75000"/>
                    <a:lumOff val="25000"/>
                  </a:prstClr>
                </a:solidFill>
              </a:rPr>
              <a:pPr/>
              <a:t>1/26/2022</a:t>
            </a:fld>
            <a:endParaRPr lang="en-US">
              <a:solidFill>
                <a:prstClr val="black">
                  <a:lumMod val="75000"/>
                  <a:lumOff val="25000"/>
                </a:prstClr>
              </a:solidFill>
            </a:endParaRPr>
          </a:p>
        </p:txBody>
      </p:sp>
      <p:sp>
        <p:nvSpPr>
          <p:cNvPr id="5" name="Footer Placeholder 4"/>
          <p:cNvSpPr>
            <a:spLocks noGrp="1"/>
          </p:cNvSpPr>
          <p:nvPr>
            <p:ph type="ftr" sz="quarter" idx="11"/>
          </p:nvPr>
        </p:nvSpPr>
        <p:spPr/>
        <p:txBody>
          <a:bodyPr/>
          <a:lstStyle/>
          <a:p>
            <a:endParaRPr lang="en-US">
              <a:solidFill>
                <a:prstClr val="white">
                  <a:lumMod val="50000"/>
                </a:prstClr>
              </a:solidFill>
            </a:endParaRPr>
          </a:p>
        </p:txBody>
      </p:sp>
      <p:sp>
        <p:nvSpPr>
          <p:cNvPr id="6" name="Slide Number Placeholder 5"/>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314573656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Date Placeholder 8"/>
          <p:cNvSpPr>
            <a:spLocks noGrp="1"/>
          </p:cNvSpPr>
          <p:nvPr>
            <p:ph type="dt" sz="half" idx="10"/>
          </p:nvPr>
        </p:nvSpPr>
        <p:spPr/>
        <p:txBody>
          <a:bodyPr/>
          <a:lstStyle/>
          <a:p>
            <a:fld id="{AF541F4B-73DA-634C-9E29-56388643854B}" type="datetime1">
              <a:rPr lang="en-US" smtClean="0">
                <a:solidFill>
                  <a:prstClr val="black">
                    <a:lumMod val="75000"/>
                    <a:lumOff val="25000"/>
                  </a:prstClr>
                </a:solidFill>
              </a:rPr>
              <a:pPr/>
              <a:t>1/26/2022</a:t>
            </a:fld>
            <a:endParaRPr lang="en-US" dirty="0">
              <a:solidFill>
                <a:prstClr val="black">
                  <a:lumMod val="75000"/>
                  <a:lumOff val="25000"/>
                </a:prstClr>
              </a:solidFill>
            </a:endParaRPr>
          </a:p>
        </p:txBody>
      </p:sp>
      <p:sp>
        <p:nvSpPr>
          <p:cNvPr id="10" name="Footer Placeholder 9"/>
          <p:cNvSpPr>
            <a:spLocks noGrp="1"/>
          </p:cNvSpPr>
          <p:nvPr>
            <p:ph type="ftr" sz="quarter" idx="11"/>
          </p:nvPr>
        </p:nvSpPr>
        <p:spPr/>
        <p:txBody>
          <a:bodyPr/>
          <a:lstStyle/>
          <a:p>
            <a:endParaRPr lang="en-US" dirty="0">
              <a:solidFill>
                <a:prstClr val="white">
                  <a:lumMod val="50000"/>
                </a:prstClr>
              </a:solidFill>
            </a:endParaRPr>
          </a:p>
        </p:txBody>
      </p:sp>
      <p:sp>
        <p:nvSpPr>
          <p:cNvPr id="11" name="Slide Number Placeholder 10"/>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dirty="0">
              <a:solidFill>
                <a:prstClr val="black">
                  <a:lumMod val="65000"/>
                  <a:lumOff val="35000"/>
                </a:prstClr>
              </a:solidFill>
            </a:endParaRPr>
          </a:p>
        </p:txBody>
      </p:sp>
    </p:spTree>
    <p:extLst>
      <p:ext uri="{BB962C8B-B14F-4D97-AF65-F5344CB8AC3E}">
        <p14:creationId xmlns:p14="http://schemas.microsoft.com/office/powerpoint/2010/main" val="306834398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1"/>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1E59C6B-EB5D-C046-9EA3-3CA9495D4FA9}" type="datetime1">
              <a:rPr lang="en-US" smtClean="0">
                <a:solidFill>
                  <a:prstClr val="black">
                    <a:lumMod val="75000"/>
                    <a:lumOff val="25000"/>
                  </a:prstClr>
                </a:solidFill>
              </a:rPr>
              <a:pPr/>
              <a:t>1/26/2022</a:t>
            </a:fld>
            <a:endParaRPr lang="en-US">
              <a:solidFill>
                <a:prstClr val="black">
                  <a:lumMod val="75000"/>
                  <a:lumOff val="25000"/>
                </a:prstClr>
              </a:solidFill>
            </a:endParaRPr>
          </a:p>
        </p:txBody>
      </p:sp>
      <p:sp>
        <p:nvSpPr>
          <p:cNvPr id="5" name="Footer Placeholder 4"/>
          <p:cNvSpPr>
            <a:spLocks noGrp="1"/>
          </p:cNvSpPr>
          <p:nvPr>
            <p:ph type="ftr" sz="quarter" idx="11"/>
          </p:nvPr>
        </p:nvSpPr>
        <p:spPr/>
        <p:txBody>
          <a:bodyPr/>
          <a:lstStyle/>
          <a:p>
            <a:endParaRPr lang="en-US">
              <a:solidFill>
                <a:prstClr val="white">
                  <a:lumMod val="50000"/>
                </a:prstClr>
              </a:solidFill>
            </a:endParaRPr>
          </a:p>
        </p:txBody>
      </p:sp>
      <p:sp>
        <p:nvSpPr>
          <p:cNvPr id="6" name="Slide Number Placeholder 5"/>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197066173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843CE89-0F10-7242-893C-EB6AB707C3E1}" type="datetime1">
              <a:rPr lang="en-US" smtClean="0">
                <a:solidFill>
                  <a:prstClr val="black">
                    <a:lumMod val="75000"/>
                    <a:lumOff val="25000"/>
                  </a:prstClr>
                </a:solidFill>
              </a:rPr>
              <a:pPr/>
              <a:t>1/26/2022</a:t>
            </a:fld>
            <a:endParaRPr lang="en-US">
              <a:solidFill>
                <a:prstClr val="black">
                  <a:lumMod val="75000"/>
                  <a:lumOff val="25000"/>
                </a:prstClr>
              </a:solidFill>
            </a:endParaRPr>
          </a:p>
        </p:txBody>
      </p:sp>
      <p:sp>
        <p:nvSpPr>
          <p:cNvPr id="6" name="Footer Placeholder 5"/>
          <p:cNvSpPr>
            <a:spLocks noGrp="1"/>
          </p:cNvSpPr>
          <p:nvPr>
            <p:ph type="ftr" sz="quarter" idx="11"/>
          </p:nvPr>
        </p:nvSpPr>
        <p:spPr/>
        <p:txBody>
          <a:bodyPr/>
          <a:lstStyle/>
          <a:p>
            <a:endParaRPr lang="en-US">
              <a:solidFill>
                <a:prstClr val="white">
                  <a:lumMod val="50000"/>
                </a:prstClr>
              </a:solidFill>
            </a:endParaRPr>
          </a:p>
        </p:txBody>
      </p:sp>
      <p:sp>
        <p:nvSpPr>
          <p:cNvPr id="7" name="Slide Number Placeholder 6"/>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306095923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7" y="1535113"/>
            <a:ext cx="4041775"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447D4AD-BBAE-3345-8D65-FDA503BCC307}" type="datetime1">
              <a:rPr lang="en-US" smtClean="0">
                <a:solidFill>
                  <a:prstClr val="black">
                    <a:lumMod val="75000"/>
                    <a:lumOff val="25000"/>
                  </a:prstClr>
                </a:solidFill>
              </a:rPr>
              <a:pPr/>
              <a:t>1/26/2022</a:t>
            </a:fld>
            <a:endParaRPr lang="en-US">
              <a:solidFill>
                <a:prstClr val="black">
                  <a:lumMod val="75000"/>
                  <a:lumOff val="25000"/>
                </a:prstClr>
              </a:solidFill>
            </a:endParaRPr>
          </a:p>
        </p:txBody>
      </p:sp>
      <p:sp>
        <p:nvSpPr>
          <p:cNvPr id="8" name="Footer Placeholder 7"/>
          <p:cNvSpPr>
            <a:spLocks noGrp="1"/>
          </p:cNvSpPr>
          <p:nvPr>
            <p:ph type="ftr" sz="quarter" idx="11"/>
          </p:nvPr>
        </p:nvSpPr>
        <p:spPr/>
        <p:txBody>
          <a:bodyPr/>
          <a:lstStyle/>
          <a:p>
            <a:endParaRPr lang="en-US">
              <a:solidFill>
                <a:prstClr val="white">
                  <a:lumMod val="50000"/>
                </a:prstClr>
              </a:solidFill>
            </a:endParaRPr>
          </a:p>
        </p:txBody>
      </p:sp>
      <p:sp>
        <p:nvSpPr>
          <p:cNvPr id="9" name="Slide Number Placeholder 8"/>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324646007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81AFE5B-575B-7C44-8512-74AD30B0897C}" type="datetime1">
              <a:rPr lang="en-US" smtClean="0">
                <a:solidFill>
                  <a:prstClr val="black">
                    <a:lumMod val="75000"/>
                    <a:lumOff val="25000"/>
                  </a:prstClr>
                </a:solidFill>
              </a:rPr>
              <a:pPr/>
              <a:t>1/26/2022</a:t>
            </a:fld>
            <a:endParaRPr lang="en-US">
              <a:solidFill>
                <a:prstClr val="black">
                  <a:lumMod val="75000"/>
                  <a:lumOff val="25000"/>
                </a:prstClr>
              </a:solidFill>
            </a:endParaRPr>
          </a:p>
        </p:txBody>
      </p:sp>
      <p:sp>
        <p:nvSpPr>
          <p:cNvPr id="4" name="Footer Placeholder 3"/>
          <p:cNvSpPr>
            <a:spLocks noGrp="1"/>
          </p:cNvSpPr>
          <p:nvPr>
            <p:ph type="ftr" sz="quarter" idx="11"/>
          </p:nvPr>
        </p:nvSpPr>
        <p:spPr/>
        <p:txBody>
          <a:bodyPr/>
          <a:lstStyle/>
          <a:p>
            <a:endParaRPr lang="en-US">
              <a:solidFill>
                <a:prstClr val="white">
                  <a:lumMod val="50000"/>
                </a:prstClr>
              </a:solidFill>
            </a:endParaRPr>
          </a:p>
        </p:txBody>
      </p:sp>
      <p:sp>
        <p:nvSpPr>
          <p:cNvPr id="5" name="Slide Number Placeholder 4"/>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317518844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DEADBD6-357E-6446-973D-D43166770EC1}" type="datetime1">
              <a:rPr lang="en-US" smtClean="0">
                <a:solidFill>
                  <a:prstClr val="black">
                    <a:lumMod val="75000"/>
                    <a:lumOff val="25000"/>
                  </a:prstClr>
                </a:solidFill>
              </a:rPr>
              <a:pPr/>
              <a:t>1/26/2022</a:t>
            </a:fld>
            <a:endParaRPr lang="en-US">
              <a:solidFill>
                <a:prstClr val="black">
                  <a:lumMod val="75000"/>
                  <a:lumOff val="25000"/>
                </a:prstClr>
              </a:solidFill>
            </a:endParaRPr>
          </a:p>
        </p:txBody>
      </p:sp>
      <p:sp>
        <p:nvSpPr>
          <p:cNvPr id="3" name="Footer Placeholder 2"/>
          <p:cNvSpPr>
            <a:spLocks noGrp="1"/>
          </p:cNvSpPr>
          <p:nvPr>
            <p:ph type="ftr" sz="quarter" idx="11"/>
          </p:nvPr>
        </p:nvSpPr>
        <p:spPr/>
        <p:txBody>
          <a:bodyPr/>
          <a:lstStyle/>
          <a:p>
            <a:endParaRPr lang="en-US">
              <a:solidFill>
                <a:prstClr val="white">
                  <a:lumMod val="50000"/>
                </a:prstClr>
              </a:solidFill>
            </a:endParaRPr>
          </a:p>
        </p:txBody>
      </p:sp>
      <p:sp>
        <p:nvSpPr>
          <p:cNvPr id="4" name="Slide Number Placeholder 3"/>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350148302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49"/>
            <a:ext cx="3008313" cy="1162051"/>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2"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C7ED7A8-0006-294D-BE45-F3E7C3592CEA}" type="datetime1">
              <a:rPr lang="en-US" smtClean="0">
                <a:solidFill>
                  <a:prstClr val="black">
                    <a:lumMod val="75000"/>
                    <a:lumOff val="25000"/>
                  </a:prstClr>
                </a:solidFill>
              </a:rPr>
              <a:pPr/>
              <a:t>1/26/2022</a:t>
            </a:fld>
            <a:endParaRPr lang="en-US">
              <a:solidFill>
                <a:prstClr val="black">
                  <a:lumMod val="75000"/>
                  <a:lumOff val="25000"/>
                </a:prstClr>
              </a:solidFill>
            </a:endParaRPr>
          </a:p>
        </p:txBody>
      </p:sp>
      <p:sp>
        <p:nvSpPr>
          <p:cNvPr id="6" name="Footer Placeholder 5"/>
          <p:cNvSpPr>
            <a:spLocks noGrp="1"/>
          </p:cNvSpPr>
          <p:nvPr>
            <p:ph type="ftr" sz="quarter" idx="11"/>
          </p:nvPr>
        </p:nvSpPr>
        <p:spPr/>
        <p:txBody>
          <a:bodyPr/>
          <a:lstStyle/>
          <a:p>
            <a:endParaRPr lang="en-US">
              <a:solidFill>
                <a:prstClr val="white">
                  <a:lumMod val="50000"/>
                </a:prstClr>
              </a:solidFill>
            </a:endParaRPr>
          </a:p>
        </p:txBody>
      </p:sp>
      <p:sp>
        <p:nvSpPr>
          <p:cNvPr id="7" name="Slide Number Placeholder 6"/>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233017140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9"/>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9831F3B-0CB8-3743-AFB9-710E8B95EFBB}" type="datetime1">
              <a:rPr lang="en-US" smtClean="0">
                <a:solidFill>
                  <a:prstClr val="black">
                    <a:lumMod val="75000"/>
                    <a:lumOff val="25000"/>
                  </a:prstClr>
                </a:solidFill>
              </a:rPr>
              <a:pPr/>
              <a:t>1/26/2022</a:t>
            </a:fld>
            <a:endParaRPr lang="en-US">
              <a:solidFill>
                <a:prstClr val="black">
                  <a:lumMod val="75000"/>
                  <a:lumOff val="25000"/>
                </a:prstClr>
              </a:solidFill>
            </a:endParaRPr>
          </a:p>
        </p:txBody>
      </p:sp>
      <p:sp>
        <p:nvSpPr>
          <p:cNvPr id="6" name="Footer Placeholder 5"/>
          <p:cNvSpPr>
            <a:spLocks noGrp="1"/>
          </p:cNvSpPr>
          <p:nvPr>
            <p:ph type="ftr" sz="quarter" idx="11"/>
          </p:nvPr>
        </p:nvSpPr>
        <p:spPr/>
        <p:txBody>
          <a:bodyPr/>
          <a:lstStyle/>
          <a:p>
            <a:endParaRPr lang="en-US">
              <a:solidFill>
                <a:prstClr val="white">
                  <a:lumMod val="50000"/>
                </a:prstClr>
              </a:solidFill>
            </a:endParaRPr>
          </a:p>
        </p:txBody>
      </p:sp>
      <p:sp>
        <p:nvSpPr>
          <p:cNvPr id="7" name="Slide Number Placeholder 6"/>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316550650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1_Custom Layout">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a:stretch>
            <a:fillRect/>
          </a:stretch>
        </p:blipFill>
        <p:spPr>
          <a:xfrm>
            <a:off x="0" y="0"/>
            <a:ext cx="9135241" cy="6858000"/>
          </a:xfrm>
          <a:prstGeom prst="rect">
            <a:avLst/>
          </a:prstGeom>
        </p:spPr>
      </p:pic>
      <p:sp>
        <p:nvSpPr>
          <p:cNvPr id="2" name="Title 1"/>
          <p:cNvSpPr>
            <a:spLocks noGrp="1"/>
          </p:cNvSpPr>
          <p:nvPr>
            <p:ph type="title"/>
          </p:nvPr>
        </p:nvSpPr>
        <p:spPr>
          <a:xfrm>
            <a:off x="3781899" y="-205952"/>
            <a:ext cx="8229600" cy="1143000"/>
          </a:xfrm>
        </p:spPr>
        <p:txBody>
          <a:bodyPr>
            <a:normAutofit/>
          </a:bodyPr>
          <a:lstStyle>
            <a:lvl1pPr algn="l">
              <a:defRPr sz="2000">
                <a:solidFill>
                  <a:schemeClr val="tx2">
                    <a:lumMod val="50000"/>
                  </a:schemeClr>
                </a:solidFill>
                <a:effectLst/>
                <a:latin typeface="Whitney-Book"/>
              </a:defRPr>
            </a:lvl1pPr>
          </a:lstStyle>
          <a:p>
            <a:r>
              <a:rPr lang="en-US" dirty="0"/>
              <a:t>Click to edit Master title style</a:t>
            </a:r>
          </a:p>
        </p:txBody>
      </p:sp>
      <p:sp>
        <p:nvSpPr>
          <p:cNvPr id="3" name="Date Placeholder 2"/>
          <p:cNvSpPr>
            <a:spLocks noGrp="1"/>
          </p:cNvSpPr>
          <p:nvPr>
            <p:ph type="dt" sz="half" idx="10"/>
          </p:nvPr>
        </p:nvSpPr>
        <p:spPr/>
        <p:txBody>
          <a:bodyPr/>
          <a:lstStyle/>
          <a:p>
            <a:fld id="{B634D085-3135-FC4A-9A84-231E84B61035}" type="datetime1">
              <a:rPr lang="en-US" smtClean="0">
                <a:solidFill>
                  <a:prstClr val="black">
                    <a:lumMod val="75000"/>
                    <a:lumOff val="25000"/>
                  </a:prstClr>
                </a:solidFill>
              </a:rPr>
              <a:pPr/>
              <a:t>1/26/2022</a:t>
            </a:fld>
            <a:endParaRPr lang="en-US" dirty="0">
              <a:solidFill>
                <a:prstClr val="black">
                  <a:lumMod val="75000"/>
                  <a:lumOff val="25000"/>
                </a:prstClr>
              </a:solidFill>
            </a:endParaRPr>
          </a:p>
        </p:txBody>
      </p:sp>
      <p:sp>
        <p:nvSpPr>
          <p:cNvPr id="4" name="Footer Placeholder 3"/>
          <p:cNvSpPr>
            <a:spLocks noGrp="1"/>
          </p:cNvSpPr>
          <p:nvPr>
            <p:ph type="ftr" sz="quarter" idx="11"/>
          </p:nvPr>
        </p:nvSpPr>
        <p:spPr/>
        <p:txBody>
          <a:bodyPr/>
          <a:lstStyle/>
          <a:p>
            <a:endParaRPr lang="en-US" dirty="0">
              <a:solidFill>
                <a:prstClr val="white">
                  <a:lumMod val="50000"/>
                </a:prstClr>
              </a:solidFill>
            </a:endParaRPr>
          </a:p>
        </p:txBody>
      </p:sp>
      <p:sp>
        <p:nvSpPr>
          <p:cNvPr id="5" name="Slide Number Placeholder 4"/>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dirty="0">
              <a:solidFill>
                <a:prstClr val="black">
                  <a:lumMod val="65000"/>
                  <a:lumOff val="35000"/>
                </a:prstClr>
              </a:solidFill>
            </a:endParaRPr>
          </a:p>
        </p:txBody>
      </p:sp>
    </p:spTree>
    <p:extLst>
      <p:ext uri="{BB962C8B-B14F-4D97-AF65-F5344CB8AC3E}">
        <p14:creationId xmlns:p14="http://schemas.microsoft.com/office/powerpoint/2010/main" val="119059361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14" name="Picture 13" descr="LosAngelesPowerpointBkgrd4-3.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13" name="Picture 12" descr="ShanghaiBand3.psd"/>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3396721"/>
            <a:ext cx="7113120" cy="4359992"/>
          </a:xfrm>
          <a:prstGeom prst="rect">
            <a:avLst/>
          </a:prstGeom>
        </p:spPr>
      </p:pic>
      <p:sp>
        <p:nvSpPr>
          <p:cNvPr id="10" name="Rectangle 9"/>
          <p:cNvSpPr/>
          <p:nvPr userDrawn="1"/>
        </p:nvSpPr>
        <p:spPr>
          <a:xfrm>
            <a:off x="402968" y="5520257"/>
            <a:ext cx="167878" cy="461665"/>
          </a:xfrm>
          <a:prstGeom prst="rect">
            <a:avLst/>
          </a:prstGeom>
        </p:spPr>
        <p:txBody>
          <a:bodyPr wrap="square">
            <a:spAutoFit/>
          </a:bodyPr>
          <a:lstStyle/>
          <a:p>
            <a:r>
              <a:rPr lang="en-US" sz="2400" dirty="0">
                <a:solidFill>
                  <a:srgbClr val="E3AA00"/>
                </a:solidFill>
                <a:latin typeface="Arial"/>
                <a:ea typeface="Arial" charset="0"/>
                <a:cs typeface="Arial"/>
                <a:sym typeface="Arial" charset="0"/>
              </a:rPr>
              <a:t> </a:t>
            </a:r>
            <a:endParaRPr lang="en-US" dirty="0">
              <a:solidFill>
                <a:prstClr val="black"/>
              </a:solidFill>
            </a:endParaRPr>
          </a:p>
        </p:txBody>
      </p:sp>
      <p:sp>
        <p:nvSpPr>
          <p:cNvPr id="2" name="Title 1"/>
          <p:cNvSpPr>
            <a:spLocks noGrp="1"/>
          </p:cNvSpPr>
          <p:nvPr>
            <p:ph type="title"/>
          </p:nvPr>
        </p:nvSpPr>
        <p:spPr>
          <a:xfrm>
            <a:off x="3311174" y="510310"/>
            <a:ext cx="5375625" cy="2165983"/>
          </a:xfrm>
        </p:spPr>
        <p:txBody>
          <a:bodyPr anchor="t" anchorCtr="0"/>
          <a:lstStyle>
            <a:lvl1pPr algn="l">
              <a:defRPr baseline="0">
                <a:solidFill>
                  <a:schemeClr val="bg1"/>
                </a:solidFill>
                <a:latin typeface="Whitney-Book"/>
              </a:defRPr>
            </a:lvl1pPr>
          </a:lstStyle>
          <a:p>
            <a:r>
              <a:rPr lang="en-US" dirty="0"/>
              <a:t>Click to edit Master title style</a:t>
            </a:r>
          </a:p>
        </p:txBody>
      </p:sp>
      <p:sp>
        <p:nvSpPr>
          <p:cNvPr id="3" name="Vertical Text Placeholder 2"/>
          <p:cNvSpPr>
            <a:spLocks noGrp="1"/>
          </p:cNvSpPr>
          <p:nvPr>
            <p:ph type="body" orient="vert" idx="1"/>
          </p:nvPr>
        </p:nvSpPr>
        <p:spPr>
          <a:xfrm rot="16200000">
            <a:off x="1086444" y="2810314"/>
            <a:ext cx="3264685" cy="4813070"/>
          </a:xfrm>
        </p:spPr>
        <p:txBody>
          <a:bodyPr vert="eaVert" anchor="t" anchorCtr="0"/>
          <a:lstStyle>
            <a:lvl1pPr>
              <a:defRPr baseline="0">
                <a:latin typeface="Whitney-Book"/>
              </a:defRPr>
            </a:lvl1pPr>
            <a:lvl2pPr>
              <a:defRPr baseline="0">
                <a:latin typeface="Whitney-Book"/>
              </a:defRPr>
            </a:lvl2pPr>
            <a:lvl3pPr>
              <a:defRPr baseline="0">
                <a:latin typeface="Whitney-Book"/>
              </a:defRPr>
            </a:lvl3pPr>
            <a:lvl4pPr>
              <a:defRPr baseline="0">
                <a:latin typeface="Whitney-Book"/>
              </a:defRPr>
            </a:lvl4pPr>
            <a:lvl5pPr>
              <a:defRPr baseline="0">
                <a:latin typeface="Whitney-Book"/>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4" name="Date Placeholder 3"/>
          <p:cNvSpPr>
            <a:spLocks noGrp="1"/>
          </p:cNvSpPr>
          <p:nvPr>
            <p:ph type="dt" sz="half" idx="10"/>
          </p:nvPr>
        </p:nvSpPr>
        <p:spPr/>
        <p:txBody>
          <a:bodyPr/>
          <a:lstStyle/>
          <a:p>
            <a:fld id="{FB5C6980-FB3F-B643-BBDA-B1757172054E}" type="datetime1">
              <a:rPr lang="en-US" smtClean="0">
                <a:solidFill>
                  <a:prstClr val="black">
                    <a:lumMod val="75000"/>
                    <a:lumOff val="25000"/>
                  </a:prstClr>
                </a:solidFill>
              </a:rPr>
              <a:pPr/>
              <a:t>1/26/2022</a:t>
            </a:fld>
            <a:endParaRPr lang="en-US">
              <a:solidFill>
                <a:prstClr val="black">
                  <a:lumMod val="75000"/>
                  <a:lumOff val="25000"/>
                </a:prstClr>
              </a:solidFill>
            </a:endParaRPr>
          </a:p>
        </p:txBody>
      </p:sp>
      <p:sp>
        <p:nvSpPr>
          <p:cNvPr id="5" name="Footer Placeholder 4"/>
          <p:cNvSpPr>
            <a:spLocks noGrp="1"/>
          </p:cNvSpPr>
          <p:nvPr>
            <p:ph type="ftr" sz="quarter" idx="11"/>
          </p:nvPr>
        </p:nvSpPr>
        <p:spPr/>
        <p:txBody>
          <a:bodyPr/>
          <a:lstStyle/>
          <a:p>
            <a:endParaRPr lang="en-US">
              <a:solidFill>
                <a:prstClr val="white">
                  <a:lumMod val="50000"/>
                </a:prstClr>
              </a:solidFill>
            </a:endParaRPr>
          </a:p>
        </p:txBody>
      </p:sp>
      <p:sp>
        <p:nvSpPr>
          <p:cNvPr id="6" name="Slide Number Placeholder 5"/>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100506496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a:stretch>
            <a:fillRect/>
          </a:stretch>
        </p:blipFill>
        <p:spPr>
          <a:xfrm>
            <a:off x="0" y="-8808"/>
            <a:ext cx="9144000" cy="6858000"/>
          </a:xfrm>
          <a:prstGeom prst="rect">
            <a:avLst/>
          </a:prstGeom>
        </p:spPr>
      </p:pic>
      <p:sp>
        <p:nvSpPr>
          <p:cNvPr id="3" name="Vertical Text Placeholder 2"/>
          <p:cNvSpPr>
            <a:spLocks noGrp="1"/>
          </p:cNvSpPr>
          <p:nvPr>
            <p:ph type="body" orient="vert" idx="1"/>
          </p:nvPr>
        </p:nvSpPr>
        <p:spPr>
          <a:xfrm rot="16200000">
            <a:off x="2544897" y="1421143"/>
            <a:ext cx="3726791" cy="5851525"/>
          </a:xfrm>
        </p:spPr>
        <p:txBody>
          <a:bodyPr vert="eaVert"/>
          <a:lstStyle>
            <a:lvl1pPr>
              <a:defRPr>
                <a:latin typeface="Whitney-Medium"/>
              </a:defRPr>
            </a:lvl1pPr>
            <a:lvl2pPr>
              <a:defRPr>
                <a:latin typeface="Whitney-Medium"/>
              </a:defRPr>
            </a:lvl2pPr>
            <a:lvl3pPr>
              <a:defRPr>
                <a:latin typeface="Whitney-Medium"/>
              </a:defRPr>
            </a:lvl3pPr>
            <a:lvl4pPr>
              <a:defRPr>
                <a:latin typeface="Whitney-Medium"/>
              </a:defRPr>
            </a:lvl4pPr>
            <a:lvl5pPr>
              <a:defRPr>
                <a:latin typeface="Whitney-Medium"/>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8C935DF3-9DEA-544D-8F00-A2AC9DF52A4B}" type="datetime1">
              <a:rPr lang="en-US" smtClean="0">
                <a:solidFill>
                  <a:prstClr val="black">
                    <a:lumMod val="75000"/>
                    <a:lumOff val="25000"/>
                  </a:prstClr>
                </a:solidFill>
              </a:rPr>
              <a:pPr/>
              <a:t>1/26/2022</a:t>
            </a:fld>
            <a:endParaRPr lang="en-US">
              <a:solidFill>
                <a:prstClr val="black">
                  <a:lumMod val="75000"/>
                  <a:lumOff val="25000"/>
                </a:prstClr>
              </a:solidFill>
            </a:endParaRPr>
          </a:p>
        </p:txBody>
      </p:sp>
      <p:sp>
        <p:nvSpPr>
          <p:cNvPr id="5" name="Footer Placeholder 4"/>
          <p:cNvSpPr>
            <a:spLocks noGrp="1"/>
          </p:cNvSpPr>
          <p:nvPr>
            <p:ph type="ftr" sz="quarter" idx="11"/>
          </p:nvPr>
        </p:nvSpPr>
        <p:spPr/>
        <p:txBody>
          <a:bodyPr/>
          <a:lstStyle/>
          <a:p>
            <a:endParaRPr lang="en-US">
              <a:solidFill>
                <a:prstClr val="white">
                  <a:lumMod val="50000"/>
                </a:prstClr>
              </a:solidFill>
            </a:endParaRPr>
          </a:p>
        </p:txBody>
      </p:sp>
      <p:sp>
        <p:nvSpPr>
          <p:cNvPr id="6" name="Slide Number Placeholder 5"/>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
        <p:nvSpPr>
          <p:cNvPr id="2" name="Vertical Title 1"/>
          <p:cNvSpPr>
            <a:spLocks noGrp="1"/>
          </p:cNvSpPr>
          <p:nvPr>
            <p:ph type="title" orient="vert"/>
          </p:nvPr>
        </p:nvSpPr>
        <p:spPr>
          <a:xfrm rot="16200000">
            <a:off x="3349120" y="-2112771"/>
            <a:ext cx="1288485" cy="7072320"/>
          </a:xfrm>
        </p:spPr>
        <p:txBody>
          <a:bodyPr vert="eaVert">
            <a:normAutofit/>
          </a:bodyPr>
          <a:lstStyle>
            <a:lvl1pPr>
              <a:defRPr sz="2800">
                <a:latin typeface="Whitney-Medium"/>
              </a:defRPr>
            </a:lvl1pPr>
          </a:lstStyle>
          <a:p>
            <a:r>
              <a:rPr lang="en-US" dirty="0"/>
              <a:t>Click to edit Master title style</a:t>
            </a:r>
          </a:p>
        </p:txBody>
      </p:sp>
    </p:spTree>
    <p:extLst>
      <p:ext uri="{BB962C8B-B14F-4D97-AF65-F5344CB8AC3E}">
        <p14:creationId xmlns:p14="http://schemas.microsoft.com/office/powerpoint/2010/main" val="403289165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2_Custom Layout">
    <p:spTree>
      <p:nvGrpSpPr>
        <p:cNvPr id="1" name=""/>
        <p:cNvGrpSpPr/>
        <p:nvPr/>
      </p:nvGrpSpPr>
      <p:grpSpPr>
        <a:xfrm>
          <a:off x="0" y="0"/>
          <a:ext cx="0" cy="0"/>
          <a:chOff x="0" y="0"/>
          <a:chExt cx="0" cy="0"/>
        </a:xfrm>
      </p:grpSpPr>
      <p:pic>
        <p:nvPicPr>
          <p:cNvPr id="12" name="Picture 11" descr="StudentsPPT_Bkgrd.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Date Placeholder 2"/>
          <p:cNvSpPr>
            <a:spLocks noGrp="1"/>
          </p:cNvSpPr>
          <p:nvPr>
            <p:ph type="dt" sz="half" idx="10"/>
          </p:nvPr>
        </p:nvSpPr>
        <p:spPr/>
        <p:txBody>
          <a:bodyPr/>
          <a:lstStyle/>
          <a:p>
            <a:fld id="{AB1105CF-9EA3-6E4A-B446-49944784288B}" type="datetime1">
              <a:rPr lang="en-US" smtClean="0">
                <a:solidFill>
                  <a:prstClr val="black">
                    <a:lumMod val="75000"/>
                    <a:lumOff val="25000"/>
                  </a:prstClr>
                </a:solidFill>
              </a:rPr>
              <a:pPr/>
              <a:t>1/26/2022</a:t>
            </a:fld>
            <a:endParaRPr lang="en-US" dirty="0">
              <a:solidFill>
                <a:prstClr val="black">
                  <a:lumMod val="75000"/>
                  <a:lumOff val="25000"/>
                </a:prstClr>
              </a:solidFill>
            </a:endParaRPr>
          </a:p>
        </p:txBody>
      </p:sp>
      <p:sp>
        <p:nvSpPr>
          <p:cNvPr id="4" name="Footer Placeholder 3"/>
          <p:cNvSpPr>
            <a:spLocks noGrp="1"/>
          </p:cNvSpPr>
          <p:nvPr>
            <p:ph type="ftr" sz="quarter" idx="11"/>
          </p:nvPr>
        </p:nvSpPr>
        <p:spPr/>
        <p:txBody>
          <a:bodyPr/>
          <a:lstStyle/>
          <a:p>
            <a:endParaRPr lang="en-US" dirty="0">
              <a:solidFill>
                <a:prstClr val="white">
                  <a:lumMod val="50000"/>
                </a:prstClr>
              </a:solidFill>
            </a:endParaRPr>
          </a:p>
        </p:txBody>
      </p:sp>
      <p:sp>
        <p:nvSpPr>
          <p:cNvPr id="5" name="Slide Number Placeholder 4"/>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dirty="0">
              <a:solidFill>
                <a:prstClr val="black">
                  <a:lumMod val="65000"/>
                  <a:lumOff val="35000"/>
                </a:prstClr>
              </a:solidFill>
            </a:endParaRPr>
          </a:p>
        </p:txBody>
      </p:sp>
      <p:sp>
        <p:nvSpPr>
          <p:cNvPr id="9" name="TextBox 8"/>
          <p:cNvSpPr txBox="1"/>
          <p:nvPr userDrawn="1"/>
        </p:nvSpPr>
        <p:spPr>
          <a:xfrm>
            <a:off x="-2336800" y="-1741532"/>
            <a:ext cx="168365" cy="369332"/>
          </a:xfrm>
          <a:prstGeom prst="rect">
            <a:avLst/>
          </a:prstGeom>
          <a:noFill/>
        </p:spPr>
        <p:txBody>
          <a:bodyPr wrap="square" rtlCol="0">
            <a:spAutoFit/>
          </a:bodyPr>
          <a:lstStyle/>
          <a:p>
            <a:endParaRPr lang="en-US" dirty="0">
              <a:solidFill>
                <a:prstClr val="black"/>
              </a:solidFill>
            </a:endParaRPr>
          </a:p>
        </p:txBody>
      </p:sp>
      <p:pic>
        <p:nvPicPr>
          <p:cNvPr id="10" name="Picture 9" descr="ShanghaiBand-85%.psd"/>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flipH="1" flipV="1">
            <a:off x="3576826" y="3220175"/>
            <a:ext cx="5789714" cy="4036564"/>
          </a:xfrm>
          <a:prstGeom prst="rect">
            <a:avLst/>
          </a:prstGeom>
        </p:spPr>
      </p:pic>
      <p:sp>
        <p:nvSpPr>
          <p:cNvPr id="2" name="Title 1"/>
          <p:cNvSpPr>
            <a:spLocks noGrp="1"/>
          </p:cNvSpPr>
          <p:nvPr>
            <p:ph type="title"/>
          </p:nvPr>
        </p:nvSpPr>
        <p:spPr>
          <a:xfrm>
            <a:off x="5571377" y="3762481"/>
            <a:ext cx="3572624" cy="1349484"/>
          </a:xfrm>
        </p:spPr>
        <p:txBody>
          <a:bodyPr>
            <a:normAutofit/>
          </a:bodyPr>
          <a:lstStyle>
            <a:lvl1pPr algn="l">
              <a:defRPr sz="2000" b="0" i="0">
                <a:solidFill>
                  <a:schemeClr val="bg1"/>
                </a:solidFill>
                <a:latin typeface="Whitney Book"/>
              </a:defRPr>
            </a:lvl1pPr>
          </a:lstStyle>
          <a:p>
            <a:r>
              <a:rPr lang="en-US" dirty="0"/>
              <a:t>Click to edit Master title style</a:t>
            </a:r>
          </a:p>
        </p:txBody>
      </p:sp>
    </p:spTree>
    <p:extLst>
      <p:ext uri="{BB962C8B-B14F-4D97-AF65-F5344CB8AC3E}">
        <p14:creationId xmlns:p14="http://schemas.microsoft.com/office/powerpoint/2010/main" val="2667884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50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1+#ppt_w/2"/>
                                          </p:val>
                                        </p:tav>
                                        <p:tav tm="100000">
                                          <p:val>
                                            <p:strVal val="#ppt_x"/>
                                          </p:val>
                                        </p:tav>
                                      </p:tavLst>
                                    </p:anim>
                                    <p:anim calcmode="lin" valueType="num">
                                      <p:cBhvr additive="base">
                                        <p:cTn id="12"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288D68B0-69D4-C442-8BE8-D78CC592EE29}" type="datetime1">
              <a:rPr lang="en-US" smtClean="0">
                <a:solidFill>
                  <a:prstClr val="black">
                    <a:lumMod val="75000"/>
                    <a:lumOff val="25000"/>
                  </a:prstClr>
                </a:solidFill>
              </a:rPr>
              <a:pPr/>
              <a:t>1/26/2022</a:t>
            </a:fld>
            <a:endParaRPr lang="en-US" dirty="0">
              <a:solidFill>
                <a:prstClr val="black">
                  <a:lumMod val="75000"/>
                  <a:lumOff val="25000"/>
                </a:prstClr>
              </a:solidFill>
            </a:endParaRPr>
          </a:p>
        </p:txBody>
      </p:sp>
      <p:sp>
        <p:nvSpPr>
          <p:cNvPr id="4" name="Footer Placeholder 3"/>
          <p:cNvSpPr>
            <a:spLocks noGrp="1"/>
          </p:cNvSpPr>
          <p:nvPr>
            <p:ph type="ftr" sz="quarter" idx="11"/>
          </p:nvPr>
        </p:nvSpPr>
        <p:spPr/>
        <p:txBody>
          <a:bodyPr/>
          <a:lstStyle/>
          <a:p>
            <a:endParaRPr lang="en-US" dirty="0">
              <a:solidFill>
                <a:prstClr val="white">
                  <a:lumMod val="50000"/>
                </a:prstClr>
              </a:solidFill>
            </a:endParaRPr>
          </a:p>
        </p:txBody>
      </p:sp>
      <p:sp>
        <p:nvSpPr>
          <p:cNvPr id="5" name="Slide Number Placeholder 4"/>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dirty="0">
              <a:solidFill>
                <a:prstClr val="black">
                  <a:lumMod val="65000"/>
                  <a:lumOff val="35000"/>
                </a:prstClr>
              </a:solidFill>
            </a:endParaRPr>
          </a:p>
        </p:txBody>
      </p:sp>
      <p:sp>
        <p:nvSpPr>
          <p:cNvPr id="9" name="TextBox 8"/>
          <p:cNvSpPr txBox="1"/>
          <p:nvPr userDrawn="1"/>
        </p:nvSpPr>
        <p:spPr>
          <a:xfrm>
            <a:off x="-2336800" y="-1741532"/>
            <a:ext cx="168365" cy="369332"/>
          </a:xfrm>
          <a:prstGeom prst="rect">
            <a:avLst/>
          </a:prstGeom>
          <a:noFill/>
        </p:spPr>
        <p:txBody>
          <a:bodyPr wrap="square" rtlCol="0">
            <a:spAutoFit/>
          </a:bodyPr>
          <a:lstStyle/>
          <a:p>
            <a:endParaRPr lang="en-US" dirty="0">
              <a:solidFill>
                <a:prstClr val="black"/>
              </a:solidFill>
            </a:endParaRPr>
          </a:p>
        </p:txBody>
      </p:sp>
      <p:pic>
        <p:nvPicPr>
          <p:cNvPr id="6" name="Picture 5" descr="2013UCLAAndersonTITN_ppt4-3.gif"/>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262810727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latin typeface="Trebuchet M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B1F899A1-0085-4047-8521-4C6E88495644}" type="datetime1">
              <a:rPr lang="en-US" smtClean="0"/>
              <a:t>1/26/2022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87645858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32245513-CCD9-BF44-AF3C-BE8B0074F8E4}" type="datetime1">
              <a:rPr lang="en-US" smtClean="0"/>
              <a:t>1/26/2022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212655893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1"/>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5E4E69F-4642-024C-8218-7783E0016BBC}" type="datetime1">
              <a:rPr lang="en-US" smtClean="0"/>
              <a:t>1/26/2022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332147260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87935AA-3EEA-4E4A-AAA8-EB53B8142E5C}" type="datetime1">
              <a:rPr lang="en-US" smtClean="0"/>
              <a:t>1/26/2022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277876010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7" y="1535113"/>
            <a:ext cx="4041775"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2FC2FF5-857A-9348-8EB2-11D856F360AB}" type="datetime1">
              <a:rPr lang="en-US" smtClean="0"/>
              <a:t>1/26/2022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261862301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6F0E36F-906D-344A-A949-C52B74620049}" type="datetime1">
              <a:rPr lang="en-US" smtClean="0"/>
              <a:t>1/26/2022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163338628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09CB588-7288-D04E-904A-CDCE244D580E}" type="datetime1">
              <a:rPr lang="en-US" smtClean="0"/>
              <a:t>1/26/2022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90152246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49"/>
            <a:ext cx="3008313" cy="1162051"/>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2"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D6D5D81-43A6-3F49-B307-3F9BBA124F23}" type="datetime1">
              <a:rPr lang="en-US" smtClean="0"/>
              <a:t>1/26/2022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35169905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9"/>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E6B1EA0-6DD3-504A-8908-E971883387B0}" type="datetime1">
              <a:rPr lang="en-US" smtClean="0"/>
              <a:t>1/26/2022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136696557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1_Custom Layout">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a:stretch>
            <a:fillRect/>
          </a:stretch>
        </p:blipFill>
        <p:spPr>
          <a:xfrm>
            <a:off x="0" y="0"/>
            <a:ext cx="9135241" cy="6858000"/>
          </a:xfrm>
          <a:prstGeom prst="rect">
            <a:avLst/>
          </a:prstGeom>
        </p:spPr>
      </p:pic>
      <p:sp>
        <p:nvSpPr>
          <p:cNvPr id="2" name="Title 1"/>
          <p:cNvSpPr>
            <a:spLocks noGrp="1"/>
          </p:cNvSpPr>
          <p:nvPr>
            <p:ph type="title"/>
          </p:nvPr>
        </p:nvSpPr>
        <p:spPr>
          <a:xfrm>
            <a:off x="3781899" y="-205952"/>
            <a:ext cx="8229600" cy="1143000"/>
          </a:xfrm>
        </p:spPr>
        <p:txBody>
          <a:bodyPr>
            <a:normAutofit/>
          </a:bodyPr>
          <a:lstStyle>
            <a:lvl1pPr algn="l">
              <a:defRPr sz="2000">
                <a:solidFill>
                  <a:schemeClr val="tx2">
                    <a:lumMod val="50000"/>
                  </a:schemeClr>
                </a:solidFill>
                <a:effectLst/>
                <a:latin typeface="Whitney-Book"/>
              </a:defRPr>
            </a:lvl1pPr>
          </a:lstStyle>
          <a:p>
            <a:r>
              <a:rPr lang="en-US" dirty="0"/>
              <a:t>Click to edit Master title style</a:t>
            </a:r>
          </a:p>
        </p:txBody>
      </p:sp>
      <p:sp>
        <p:nvSpPr>
          <p:cNvPr id="3" name="Date Placeholder 2"/>
          <p:cNvSpPr>
            <a:spLocks noGrp="1"/>
          </p:cNvSpPr>
          <p:nvPr>
            <p:ph type="dt" sz="half" idx="10"/>
          </p:nvPr>
        </p:nvSpPr>
        <p:spPr/>
        <p:txBody>
          <a:bodyPr/>
          <a:lstStyle/>
          <a:p>
            <a:fld id="{DB6B5274-5AC2-BC41-98DA-ADE40ECE0F39}" type="datetime1">
              <a:rPr lang="en-US" smtClean="0"/>
              <a:t>1/26/2022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0F3206DB-9488-D04D-BDD1-A7C9D84C4579}" type="slidenum">
              <a:rPr lang="en-US" smtClean="0"/>
              <a:pPr/>
              <a:t>‹#›</a:t>
            </a:fld>
            <a:endParaRPr lang="en-US" dirty="0"/>
          </a:p>
        </p:txBody>
      </p:sp>
    </p:spTree>
    <p:extLst>
      <p:ext uri="{BB962C8B-B14F-4D97-AF65-F5344CB8AC3E}">
        <p14:creationId xmlns:p14="http://schemas.microsoft.com/office/powerpoint/2010/main" val="146040690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14" name="Picture 13" descr="LosAngelesPowerpointBkgrd4-3.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13" name="Picture 12" descr="ShanghaiBand3.psd"/>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3396721"/>
            <a:ext cx="7113120" cy="4359992"/>
          </a:xfrm>
          <a:prstGeom prst="rect">
            <a:avLst/>
          </a:prstGeom>
        </p:spPr>
      </p:pic>
      <p:sp>
        <p:nvSpPr>
          <p:cNvPr id="10" name="Rectangle 9"/>
          <p:cNvSpPr/>
          <p:nvPr userDrawn="1"/>
        </p:nvSpPr>
        <p:spPr>
          <a:xfrm>
            <a:off x="402968" y="5520257"/>
            <a:ext cx="167878" cy="461665"/>
          </a:xfrm>
          <a:prstGeom prst="rect">
            <a:avLst/>
          </a:prstGeom>
        </p:spPr>
        <p:txBody>
          <a:bodyPr wrap="square">
            <a:spAutoFit/>
          </a:bodyPr>
          <a:lstStyle/>
          <a:p>
            <a:r>
              <a:rPr lang="en-US" sz="2400" dirty="0">
                <a:solidFill>
                  <a:srgbClr val="E3AA00"/>
                </a:solidFill>
                <a:latin typeface="Arial"/>
                <a:ea typeface="Arial" charset="0"/>
                <a:cs typeface="Arial"/>
                <a:sym typeface="Arial" charset="0"/>
              </a:rPr>
              <a:t> </a:t>
            </a:r>
            <a:endParaRPr lang="en-US" dirty="0"/>
          </a:p>
        </p:txBody>
      </p:sp>
      <p:sp>
        <p:nvSpPr>
          <p:cNvPr id="2" name="Title 1"/>
          <p:cNvSpPr>
            <a:spLocks noGrp="1"/>
          </p:cNvSpPr>
          <p:nvPr>
            <p:ph type="title"/>
          </p:nvPr>
        </p:nvSpPr>
        <p:spPr>
          <a:xfrm>
            <a:off x="3311174" y="510310"/>
            <a:ext cx="5375625" cy="2165983"/>
          </a:xfrm>
        </p:spPr>
        <p:txBody>
          <a:bodyPr anchor="t" anchorCtr="0"/>
          <a:lstStyle>
            <a:lvl1pPr algn="l">
              <a:defRPr baseline="0">
                <a:solidFill>
                  <a:schemeClr val="bg1"/>
                </a:solidFill>
                <a:latin typeface="Whitney-Book"/>
              </a:defRPr>
            </a:lvl1pPr>
          </a:lstStyle>
          <a:p>
            <a:r>
              <a:rPr lang="en-US" dirty="0"/>
              <a:t>Click to edit Master title style</a:t>
            </a:r>
          </a:p>
        </p:txBody>
      </p:sp>
      <p:sp>
        <p:nvSpPr>
          <p:cNvPr id="3" name="Vertical Text Placeholder 2"/>
          <p:cNvSpPr>
            <a:spLocks noGrp="1"/>
          </p:cNvSpPr>
          <p:nvPr>
            <p:ph type="body" orient="vert" idx="1"/>
          </p:nvPr>
        </p:nvSpPr>
        <p:spPr>
          <a:xfrm rot="16200000">
            <a:off x="1086444" y="2810314"/>
            <a:ext cx="3264685" cy="4813070"/>
          </a:xfrm>
        </p:spPr>
        <p:txBody>
          <a:bodyPr vert="eaVert" anchor="t" anchorCtr="0"/>
          <a:lstStyle>
            <a:lvl1pPr>
              <a:defRPr baseline="0">
                <a:latin typeface="Whitney-Book"/>
              </a:defRPr>
            </a:lvl1pPr>
            <a:lvl2pPr>
              <a:defRPr baseline="0">
                <a:latin typeface="Whitney-Book"/>
              </a:defRPr>
            </a:lvl2pPr>
            <a:lvl3pPr>
              <a:defRPr baseline="0">
                <a:latin typeface="Whitney-Book"/>
              </a:defRPr>
            </a:lvl3pPr>
            <a:lvl4pPr>
              <a:defRPr baseline="0">
                <a:latin typeface="Whitney-Book"/>
              </a:defRPr>
            </a:lvl4pPr>
            <a:lvl5pPr>
              <a:defRPr baseline="0">
                <a:latin typeface="Whitney-Book"/>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4" name="Date Placeholder 3"/>
          <p:cNvSpPr>
            <a:spLocks noGrp="1"/>
          </p:cNvSpPr>
          <p:nvPr>
            <p:ph type="dt" sz="half" idx="10"/>
          </p:nvPr>
        </p:nvSpPr>
        <p:spPr/>
        <p:txBody>
          <a:bodyPr/>
          <a:lstStyle/>
          <a:p>
            <a:fld id="{E15BFCA8-EF2C-1647-8362-8B88070EA177}" type="datetime1">
              <a:rPr lang="en-US" smtClean="0"/>
              <a:t>1/26/2022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206DB-9488-D04D-BDD1-A7C9D84C4579}" type="slidenum">
              <a:rPr lang="en-US" smtClean="0"/>
              <a:t>‹#›</a:t>
            </a:fld>
            <a:endParaRPr lang="en-US"/>
          </a:p>
        </p:txBody>
      </p:sp>
    </p:spTree>
    <p:extLst>
      <p:ext uri="{BB962C8B-B14F-4D97-AF65-F5344CB8AC3E}">
        <p14:creationId xmlns:p14="http://schemas.microsoft.com/office/powerpoint/2010/main" val="17746957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 calcmode="lin" valueType="num">
                                      <p:cBhvr additive="base">
                                        <p:cTn id="1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grpId="0" nodeType="after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 calcmode="lin" valueType="num">
                                      <p:cBhvr additive="base">
                                        <p:cTn id="22"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par>
                          <p:cTn id="24" fill="hold">
                            <p:stCondLst>
                              <p:cond delay="2000"/>
                            </p:stCondLst>
                            <p:childTnLst>
                              <p:par>
                                <p:cTn id="25" presetID="2" presetClass="entr" presetSubtype="4" fill="hold" grpId="0" nodeType="after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 calcmode="lin" valueType="num">
                                      <p:cBhvr additive="base">
                                        <p:cTn id="2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 presetClass="entr" presetSubtype="4" fill="hold" nodeType="after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2">
            <p:tnLst>
              <p:par>
                <p:cTn presetID="2" presetClass="entr" presetSubtype="4" fill="hold" nodeType="after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3">
            <p:tnLst>
              <p:par>
                <p:cTn presetID="2" presetClass="entr" presetSubtype="4" fill="hold" nodeType="after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4">
            <p:tnLst>
              <p:par>
                <p:cTn presetID="2" presetClass="entr" presetSubtype="4" fill="hold" nodeType="after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Lst>
      </p:bldP>
    </p:bldLst>
  </p:timing>
</p:sldLayout>
</file>

<file path=ppt/slideLayouts/slideLayout5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a:stretch>
            <a:fillRect/>
          </a:stretch>
        </p:blipFill>
        <p:spPr>
          <a:xfrm>
            <a:off x="0" y="-8808"/>
            <a:ext cx="9144000" cy="6858000"/>
          </a:xfrm>
          <a:prstGeom prst="rect">
            <a:avLst/>
          </a:prstGeom>
        </p:spPr>
      </p:pic>
      <p:sp>
        <p:nvSpPr>
          <p:cNvPr id="3" name="Vertical Text Placeholder 2"/>
          <p:cNvSpPr>
            <a:spLocks noGrp="1"/>
          </p:cNvSpPr>
          <p:nvPr>
            <p:ph type="body" orient="vert" idx="1"/>
          </p:nvPr>
        </p:nvSpPr>
        <p:spPr>
          <a:xfrm rot="16200000">
            <a:off x="2544897" y="1421143"/>
            <a:ext cx="3726791" cy="5851525"/>
          </a:xfrm>
        </p:spPr>
        <p:txBody>
          <a:bodyPr vert="eaVert"/>
          <a:lstStyle>
            <a:lvl1pPr>
              <a:defRPr>
                <a:latin typeface="Whitney-Medium"/>
              </a:defRPr>
            </a:lvl1pPr>
            <a:lvl2pPr>
              <a:defRPr>
                <a:latin typeface="Whitney-Medium"/>
              </a:defRPr>
            </a:lvl2pPr>
            <a:lvl3pPr>
              <a:defRPr>
                <a:latin typeface="Whitney-Medium"/>
              </a:defRPr>
            </a:lvl3pPr>
            <a:lvl4pPr>
              <a:defRPr>
                <a:latin typeface="Whitney-Medium"/>
              </a:defRPr>
            </a:lvl4pPr>
            <a:lvl5pPr>
              <a:defRPr>
                <a:latin typeface="Whitney-Medium"/>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61D63F98-41A7-214D-9D1E-B369563BBE09}" type="datetime1">
              <a:rPr lang="en-US" smtClean="0"/>
              <a:t>1/26/2022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206DB-9488-D04D-BDD1-A7C9D84C4579}" type="slidenum">
              <a:rPr lang="en-US" smtClean="0"/>
              <a:t>‹#›</a:t>
            </a:fld>
            <a:endParaRPr lang="en-US"/>
          </a:p>
        </p:txBody>
      </p:sp>
      <p:sp>
        <p:nvSpPr>
          <p:cNvPr id="2" name="Vertical Title 1"/>
          <p:cNvSpPr>
            <a:spLocks noGrp="1"/>
          </p:cNvSpPr>
          <p:nvPr>
            <p:ph type="title" orient="vert"/>
          </p:nvPr>
        </p:nvSpPr>
        <p:spPr>
          <a:xfrm rot="16200000">
            <a:off x="3349120" y="-2112771"/>
            <a:ext cx="1288485" cy="7072320"/>
          </a:xfrm>
        </p:spPr>
        <p:txBody>
          <a:bodyPr vert="eaVert">
            <a:normAutofit/>
          </a:bodyPr>
          <a:lstStyle>
            <a:lvl1pPr>
              <a:defRPr sz="2800">
                <a:latin typeface="Whitney-Medium"/>
              </a:defRPr>
            </a:lvl1pPr>
          </a:lstStyle>
          <a:p>
            <a:r>
              <a:rPr lang="en-US" dirty="0"/>
              <a:t>Click to edit Master title style</a:t>
            </a:r>
          </a:p>
        </p:txBody>
      </p:sp>
    </p:spTree>
    <p:extLst>
      <p:ext uri="{BB962C8B-B14F-4D97-AF65-F5344CB8AC3E}">
        <p14:creationId xmlns:p14="http://schemas.microsoft.com/office/powerpoint/2010/main" val="108939331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2_Custom Layout">
    <p:spTree>
      <p:nvGrpSpPr>
        <p:cNvPr id="1" name=""/>
        <p:cNvGrpSpPr/>
        <p:nvPr/>
      </p:nvGrpSpPr>
      <p:grpSpPr>
        <a:xfrm>
          <a:off x="0" y="0"/>
          <a:ext cx="0" cy="0"/>
          <a:chOff x="0" y="0"/>
          <a:chExt cx="0" cy="0"/>
        </a:xfrm>
      </p:grpSpPr>
      <p:pic>
        <p:nvPicPr>
          <p:cNvPr id="12" name="Picture 11" descr="StudentsPPT_Bkgrd.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Date Placeholder 2"/>
          <p:cNvSpPr>
            <a:spLocks noGrp="1"/>
          </p:cNvSpPr>
          <p:nvPr>
            <p:ph type="dt" sz="half" idx="10"/>
          </p:nvPr>
        </p:nvSpPr>
        <p:spPr/>
        <p:txBody>
          <a:bodyPr/>
          <a:lstStyle/>
          <a:p>
            <a:fld id="{C14E1FBA-CBBF-0E4F-B88D-32EF928D3AC7}" type="datetime1">
              <a:rPr lang="en-US" smtClean="0"/>
              <a:t>1/26/2022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0F3206DB-9488-D04D-BDD1-A7C9D84C4579}" type="slidenum">
              <a:rPr lang="en-US" smtClean="0"/>
              <a:pPr/>
              <a:t>‹#›</a:t>
            </a:fld>
            <a:endParaRPr lang="en-US" dirty="0"/>
          </a:p>
        </p:txBody>
      </p:sp>
      <p:sp>
        <p:nvSpPr>
          <p:cNvPr id="9" name="TextBox 8"/>
          <p:cNvSpPr txBox="1"/>
          <p:nvPr userDrawn="1"/>
        </p:nvSpPr>
        <p:spPr>
          <a:xfrm>
            <a:off x="-2336800" y="-1741532"/>
            <a:ext cx="168365" cy="369332"/>
          </a:xfrm>
          <a:prstGeom prst="rect">
            <a:avLst/>
          </a:prstGeom>
          <a:noFill/>
        </p:spPr>
        <p:txBody>
          <a:bodyPr wrap="square" rtlCol="0">
            <a:spAutoFit/>
          </a:bodyPr>
          <a:lstStyle/>
          <a:p>
            <a:endParaRPr lang="en-US" dirty="0"/>
          </a:p>
        </p:txBody>
      </p:sp>
      <p:pic>
        <p:nvPicPr>
          <p:cNvPr id="10" name="Picture 9" descr="ShanghaiBand-85%.psd"/>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flipH="1" flipV="1">
            <a:off x="3576826" y="3220175"/>
            <a:ext cx="5789714" cy="4036564"/>
          </a:xfrm>
          <a:prstGeom prst="rect">
            <a:avLst/>
          </a:prstGeom>
        </p:spPr>
      </p:pic>
      <p:sp>
        <p:nvSpPr>
          <p:cNvPr id="2" name="Title 1"/>
          <p:cNvSpPr>
            <a:spLocks noGrp="1"/>
          </p:cNvSpPr>
          <p:nvPr>
            <p:ph type="title"/>
          </p:nvPr>
        </p:nvSpPr>
        <p:spPr>
          <a:xfrm>
            <a:off x="5571377" y="3762481"/>
            <a:ext cx="3572624" cy="1349484"/>
          </a:xfrm>
        </p:spPr>
        <p:txBody>
          <a:bodyPr>
            <a:normAutofit/>
          </a:bodyPr>
          <a:lstStyle>
            <a:lvl1pPr algn="l">
              <a:defRPr sz="2000" b="0" i="0">
                <a:solidFill>
                  <a:schemeClr val="bg1"/>
                </a:solidFill>
                <a:latin typeface="Whitney Book"/>
              </a:defRPr>
            </a:lvl1pPr>
          </a:lstStyle>
          <a:p>
            <a:r>
              <a:rPr lang="en-US" dirty="0"/>
              <a:t>Click to edit Master title style</a:t>
            </a:r>
          </a:p>
        </p:txBody>
      </p:sp>
    </p:spTree>
    <p:extLst>
      <p:ext uri="{BB962C8B-B14F-4D97-AF65-F5344CB8AC3E}">
        <p14:creationId xmlns:p14="http://schemas.microsoft.com/office/powerpoint/2010/main" val="17892630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50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1+#ppt_w/2"/>
                                          </p:val>
                                        </p:tav>
                                        <p:tav tm="100000">
                                          <p:val>
                                            <p:strVal val="#ppt_x"/>
                                          </p:val>
                                        </p:tav>
                                      </p:tavLst>
                                    </p:anim>
                                    <p:anim calcmode="lin" valueType="num">
                                      <p:cBhvr additive="base">
                                        <p:cTn id="12"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5423D41A-B76F-734D-8195-99F8976B7155}" type="datetime1">
              <a:rPr lang="en-US" smtClean="0"/>
              <a:t>1/26/2022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0F3206DB-9488-D04D-BDD1-A7C9D84C4579}" type="slidenum">
              <a:rPr lang="en-US" smtClean="0"/>
              <a:pPr/>
              <a:t>‹#›</a:t>
            </a:fld>
            <a:endParaRPr lang="en-US" dirty="0"/>
          </a:p>
        </p:txBody>
      </p:sp>
      <p:sp>
        <p:nvSpPr>
          <p:cNvPr id="9" name="TextBox 8"/>
          <p:cNvSpPr txBox="1"/>
          <p:nvPr userDrawn="1"/>
        </p:nvSpPr>
        <p:spPr>
          <a:xfrm>
            <a:off x="-2336800" y="-1741532"/>
            <a:ext cx="168365" cy="369332"/>
          </a:xfrm>
          <a:prstGeom prst="rect">
            <a:avLst/>
          </a:prstGeom>
          <a:noFill/>
        </p:spPr>
        <p:txBody>
          <a:bodyPr wrap="square" rtlCol="0">
            <a:spAutoFit/>
          </a:bodyPr>
          <a:lstStyle/>
          <a:p>
            <a:endParaRPr lang="en-US" dirty="0"/>
          </a:p>
        </p:txBody>
      </p:sp>
      <p:pic>
        <p:nvPicPr>
          <p:cNvPr id="6" name="Picture 5" descr="2013UCLAAndersonTITN_ppt4-3.gif"/>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4173813664"/>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p:cNvSpPr>
            <a:spLocks noGrp="1"/>
          </p:cNvSpPr>
          <p:nvPr>
            <p:ph type="sldNum" sz="quarter" idx="10"/>
          </p:nvPr>
        </p:nvSpPr>
        <p:spPr/>
        <p:txBody>
          <a:bodyPr/>
          <a:lstStyle/>
          <a:p>
            <a:fld id="{DBC38028-5B1C-49D3-BF22-2CE9385E6DA2}"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3367810051"/>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latin typeface="Trebuchet M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56EC633E-2298-204E-AACF-E24EFF406AAF}" type="datetime1">
              <a:rPr lang="en-US" smtClean="0">
                <a:solidFill>
                  <a:prstClr val="black">
                    <a:lumMod val="75000"/>
                    <a:lumOff val="25000"/>
                  </a:prstClr>
                </a:solidFill>
              </a:rPr>
              <a:pPr/>
              <a:t>1/26/2022</a:t>
            </a:fld>
            <a:endParaRPr lang="en-US">
              <a:solidFill>
                <a:prstClr val="black">
                  <a:lumMod val="75000"/>
                  <a:lumOff val="25000"/>
                </a:prstClr>
              </a:solidFill>
            </a:endParaRPr>
          </a:p>
        </p:txBody>
      </p:sp>
      <p:sp>
        <p:nvSpPr>
          <p:cNvPr id="5" name="Footer Placeholder 4"/>
          <p:cNvSpPr>
            <a:spLocks noGrp="1"/>
          </p:cNvSpPr>
          <p:nvPr>
            <p:ph type="ftr" sz="quarter" idx="11"/>
          </p:nvPr>
        </p:nvSpPr>
        <p:spPr/>
        <p:txBody>
          <a:bodyPr/>
          <a:lstStyle/>
          <a:p>
            <a:endParaRPr lang="en-US">
              <a:solidFill>
                <a:prstClr val="white">
                  <a:lumMod val="50000"/>
                </a:prstClr>
              </a:solidFill>
            </a:endParaRPr>
          </a:p>
        </p:txBody>
      </p:sp>
      <p:sp>
        <p:nvSpPr>
          <p:cNvPr id="6" name="Slide Number Placeholder 5"/>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81139060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256AAD53-932E-6744-A7B5-E9D56713AA93}" type="datetime1">
              <a:rPr lang="en-US" smtClean="0">
                <a:solidFill>
                  <a:prstClr val="black">
                    <a:lumMod val="75000"/>
                    <a:lumOff val="25000"/>
                  </a:prstClr>
                </a:solidFill>
              </a:rPr>
              <a:pPr/>
              <a:t>1/26/2022</a:t>
            </a:fld>
            <a:endParaRPr lang="en-US">
              <a:solidFill>
                <a:prstClr val="black">
                  <a:lumMod val="75000"/>
                  <a:lumOff val="25000"/>
                </a:prstClr>
              </a:solidFill>
            </a:endParaRPr>
          </a:p>
        </p:txBody>
      </p:sp>
      <p:sp>
        <p:nvSpPr>
          <p:cNvPr id="5" name="Footer Placeholder 4"/>
          <p:cNvSpPr>
            <a:spLocks noGrp="1"/>
          </p:cNvSpPr>
          <p:nvPr>
            <p:ph type="ftr" sz="quarter" idx="11"/>
          </p:nvPr>
        </p:nvSpPr>
        <p:spPr/>
        <p:txBody>
          <a:bodyPr/>
          <a:lstStyle/>
          <a:p>
            <a:endParaRPr lang="en-US">
              <a:solidFill>
                <a:prstClr val="white">
                  <a:lumMod val="50000"/>
                </a:prstClr>
              </a:solidFill>
            </a:endParaRPr>
          </a:p>
        </p:txBody>
      </p:sp>
      <p:sp>
        <p:nvSpPr>
          <p:cNvPr id="6" name="Slide Number Placeholder 5"/>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144570968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1"/>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53DFCC7-1B5D-4E46-84A5-178B98047B80}" type="datetime1">
              <a:rPr lang="en-US" smtClean="0">
                <a:solidFill>
                  <a:prstClr val="black">
                    <a:lumMod val="75000"/>
                    <a:lumOff val="25000"/>
                  </a:prstClr>
                </a:solidFill>
              </a:rPr>
              <a:pPr/>
              <a:t>1/26/2022</a:t>
            </a:fld>
            <a:endParaRPr lang="en-US">
              <a:solidFill>
                <a:prstClr val="black">
                  <a:lumMod val="75000"/>
                  <a:lumOff val="25000"/>
                </a:prstClr>
              </a:solidFill>
            </a:endParaRPr>
          </a:p>
        </p:txBody>
      </p:sp>
      <p:sp>
        <p:nvSpPr>
          <p:cNvPr id="5" name="Footer Placeholder 4"/>
          <p:cNvSpPr>
            <a:spLocks noGrp="1"/>
          </p:cNvSpPr>
          <p:nvPr>
            <p:ph type="ftr" sz="quarter" idx="11"/>
          </p:nvPr>
        </p:nvSpPr>
        <p:spPr/>
        <p:txBody>
          <a:bodyPr/>
          <a:lstStyle/>
          <a:p>
            <a:endParaRPr lang="en-US">
              <a:solidFill>
                <a:prstClr val="white">
                  <a:lumMod val="50000"/>
                </a:prstClr>
              </a:solidFill>
            </a:endParaRPr>
          </a:p>
        </p:txBody>
      </p:sp>
      <p:sp>
        <p:nvSpPr>
          <p:cNvPr id="6" name="Slide Number Placeholder 5"/>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93363100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162845D-97EE-F445-AA82-55CB33116414}" type="datetime1">
              <a:rPr lang="en-US" smtClean="0">
                <a:solidFill>
                  <a:prstClr val="black">
                    <a:lumMod val="75000"/>
                    <a:lumOff val="25000"/>
                  </a:prstClr>
                </a:solidFill>
              </a:rPr>
              <a:pPr/>
              <a:t>1/26/2022</a:t>
            </a:fld>
            <a:endParaRPr lang="en-US">
              <a:solidFill>
                <a:prstClr val="black">
                  <a:lumMod val="75000"/>
                  <a:lumOff val="25000"/>
                </a:prstClr>
              </a:solidFill>
            </a:endParaRPr>
          </a:p>
        </p:txBody>
      </p:sp>
      <p:sp>
        <p:nvSpPr>
          <p:cNvPr id="6" name="Footer Placeholder 5"/>
          <p:cNvSpPr>
            <a:spLocks noGrp="1"/>
          </p:cNvSpPr>
          <p:nvPr>
            <p:ph type="ftr" sz="quarter" idx="11"/>
          </p:nvPr>
        </p:nvSpPr>
        <p:spPr/>
        <p:txBody>
          <a:bodyPr/>
          <a:lstStyle/>
          <a:p>
            <a:endParaRPr lang="en-US">
              <a:solidFill>
                <a:prstClr val="white">
                  <a:lumMod val="50000"/>
                </a:prstClr>
              </a:solidFill>
            </a:endParaRPr>
          </a:p>
        </p:txBody>
      </p:sp>
      <p:sp>
        <p:nvSpPr>
          <p:cNvPr id="7" name="Slide Number Placeholder 6"/>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1579747598"/>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7" y="1535113"/>
            <a:ext cx="4041775"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0250BF4-8988-BE4B-A0D9-5982AE90C1B1}" type="datetime1">
              <a:rPr lang="en-US" smtClean="0">
                <a:solidFill>
                  <a:prstClr val="black">
                    <a:lumMod val="75000"/>
                    <a:lumOff val="25000"/>
                  </a:prstClr>
                </a:solidFill>
              </a:rPr>
              <a:pPr/>
              <a:t>1/26/2022</a:t>
            </a:fld>
            <a:endParaRPr lang="en-US">
              <a:solidFill>
                <a:prstClr val="black">
                  <a:lumMod val="75000"/>
                  <a:lumOff val="25000"/>
                </a:prstClr>
              </a:solidFill>
            </a:endParaRPr>
          </a:p>
        </p:txBody>
      </p:sp>
      <p:sp>
        <p:nvSpPr>
          <p:cNvPr id="8" name="Footer Placeholder 7"/>
          <p:cNvSpPr>
            <a:spLocks noGrp="1"/>
          </p:cNvSpPr>
          <p:nvPr>
            <p:ph type="ftr" sz="quarter" idx="11"/>
          </p:nvPr>
        </p:nvSpPr>
        <p:spPr/>
        <p:txBody>
          <a:bodyPr/>
          <a:lstStyle/>
          <a:p>
            <a:endParaRPr lang="en-US">
              <a:solidFill>
                <a:prstClr val="white">
                  <a:lumMod val="50000"/>
                </a:prstClr>
              </a:solidFill>
            </a:endParaRPr>
          </a:p>
        </p:txBody>
      </p:sp>
      <p:sp>
        <p:nvSpPr>
          <p:cNvPr id="9" name="Slide Number Placeholder 8"/>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235520633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EE871F8-0597-BE4B-8995-43A43442923E}" type="datetime1">
              <a:rPr lang="en-US" smtClean="0">
                <a:solidFill>
                  <a:prstClr val="black">
                    <a:lumMod val="75000"/>
                    <a:lumOff val="25000"/>
                  </a:prstClr>
                </a:solidFill>
              </a:rPr>
              <a:pPr/>
              <a:t>1/26/2022</a:t>
            </a:fld>
            <a:endParaRPr lang="en-US">
              <a:solidFill>
                <a:prstClr val="black">
                  <a:lumMod val="75000"/>
                  <a:lumOff val="25000"/>
                </a:prstClr>
              </a:solidFill>
            </a:endParaRPr>
          </a:p>
        </p:txBody>
      </p:sp>
      <p:sp>
        <p:nvSpPr>
          <p:cNvPr id="4" name="Footer Placeholder 3"/>
          <p:cNvSpPr>
            <a:spLocks noGrp="1"/>
          </p:cNvSpPr>
          <p:nvPr>
            <p:ph type="ftr" sz="quarter" idx="11"/>
          </p:nvPr>
        </p:nvSpPr>
        <p:spPr/>
        <p:txBody>
          <a:bodyPr/>
          <a:lstStyle/>
          <a:p>
            <a:endParaRPr lang="en-US">
              <a:solidFill>
                <a:prstClr val="white">
                  <a:lumMod val="50000"/>
                </a:prstClr>
              </a:solidFill>
            </a:endParaRPr>
          </a:p>
        </p:txBody>
      </p:sp>
      <p:sp>
        <p:nvSpPr>
          <p:cNvPr id="5" name="Slide Number Placeholder 4"/>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1640143131"/>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6C6356-ED15-9E40-8BB7-7D9094231F3D}" type="datetime1">
              <a:rPr lang="en-US" smtClean="0">
                <a:solidFill>
                  <a:prstClr val="black">
                    <a:lumMod val="75000"/>
                    <a:lumOff val="25000"/>
                  </a:prstClr>
                </a:solidFill>
              </a:rPr>
              <a:pPr/>
              <a:t>1/26/2022</a:t>
            </a:fld>
            <a:endParaRPr lang="en-US">
              <a:solidFill>
                <a:prstClr val="black">
                  <a:lumMod val="75000"/>
                  <a:lumOff val="25000"/>
                </a:prstClr>
              </a:solidFill>
            </a:endParaRPr>
          </a:p>
        </p:txBody>
      </p:sp>
      <p:sp>
        <p:nvSpPr>
          <p:cNvPr id="3" name="Footer Placeholder 2"/>
          <p:cNvSpPr>
            <a:spLocks noGrp="1"/>
          </p:cNvSpPr>
          <p:nvPr>
            <p:ph type="ftr" sz="quarter" idx="11"/>
          </p:nvPr>
        </p:nvSpPr>
        <p:spPr/>
        <p:txBody>
          <a:bodyPr/>
          <a:lstStyle/>
          <a:p>
            <a:endParaRPr lang="en-US">
              <a:solidFill>
                <a:prstClr val="white">
                  <a:lumMod val="50000"/>
                </a:prstClr>
              </a:solidFill>
            </a:endParaRPr>
          </a:p>
        </p:txBody>
      </p:sp>
      <p:sp>
        <p:nvSpPr>
          <p:cNvPr id="4" name="Slide Number Placeholder 3"/>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649638825"/>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49"/>
            <a:ext cx="3008313" cy="1162051"/>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2"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3BFDCC3-7787-B94B-8E9A-4B130A91D447}" type="datetime1">
              <a:rPr lang="en-US" smtClean="0">
                <a:solidFill>
                  <a:prstClr val="black">
                    <a:lumMod val="75000"/>
                    <a:lumOff val="25000"/>
                  </a:prstClr>
                </a:solidFill>
              </a:rPr>
              <a:pPr/>
              <a:t>1/26/2022</a:t>
            </a:fld>
            <a:endParaRPr lang="en-US">
              <a:solidFill>
                <a:prstClr val="black">
                  <a:lumMod val="75000"/>
                  <a:lumOff val="25000"/>
                </a:prstClr>
              </a:solidFill>
            </a:endParaRPr>
          </a:p>
        </p:txBody>
      </p:sp>
      <p:sp>
        <p:nvSpPr>
          <p:cNvPr id="6" name="Footer Placeholder 5"/>
          <p:cNvSpPr>
            <a:spLocks noGrp="1"/>
          </p:cNvSpPr>
          <p:nvPr>
            <p:ph type="ftr" sz="quarter" idx="11"/>
          </p:nvPr>
        </p:nvSpPr>
        <p:spPr/>
        <p:txBody>
          <a:bodyPr/>
          <a:lstStyle/>
          <a:p>
            <a:endParaRPr lang="en-US">
              <a:solidFill>
                <a:prstClr val="white">
                  <a:lumMod val="50000"/>
                </a:prstClr>
              </a:solidFill>
            </a:endParaRPr>
          </a:p>
        </p:txBody>
      </p:sp>
      <p:sp>
        <p:nvSpPr>
          <p:cNvPr id="7" name="Slide Number Placeholder 6"/>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47435426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9"/>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2E137E5-D1D0-9749-AFE5-370792A74CE6}" type="datetime1">
              <a:rPr lang="en-US" smtClean="0">
                <a:solidFill>
                  <a:prstClr val="black">
                    <a:lumMod val="75000"/>
                    <a:lumOff val="25000"/>
                  </a:prstClr>
                </a:solidFill>
              </a:rPr>
              <a:pPr/>
              <a:t>1/26/2022</a:t>
            </a:fld>
            <a:endParaRPr lang="en-US">
              <a:solidFill>
                <a:prstClr val="black">
                  <a:lumMod val="75000"/>
                  <a:lumOff val="25000"/>
                </a:prstClr>
              </a:solidFill>
            </a:endParaRPr>
          </a:p>
        </p:txBody>
      </p:sp>
      <p:sp>
        <p:nvSpPr>
          <p:cNvPr id="6" name="Footer Placeholder 5"/>
          <p:cNvSpPr>
            <a:spLocks noGrp="1"/>
          </p:cNvSpPr>
          <p:nvPr>
            <p:ph type="ftr" sz="quarter" idx="11"/>
          </p:nvPr>
        </p:nvSpPr>
        <p:spPr/>
        <p:txBody>
          <a:bodyPr/>
          <a:lstStyle/>
          <a:p>
            <a:endParaRPr lang="en-US">
              <a:solidFill>
                <a:prstClr val="white">
                  <a:lumMod val="50000"/>
                </a:prstClr>
              </a:solidFill>
            </a:endParaRPr>
          </a:p>
        </p:txBody>
      </p:sp>
      <p:sp>
        <p:nvSpPr>
          <p:cNvPr id="7" name="Slide Number Placeholder 6"/>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685801336"/>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1_Custom Layout">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a:stretch>
            <a:fillRect/>
          </a:stretch>
        </p:blipFill>
        <p:spPr>
          <a:xfrm>
            <a:off x="0" y="0"/>
            <a:ext cx="9135241" cy="6858000"/>
          </a:xfrm>
          <a:prstGeom prst="rect">
            <a:avLst/>
          </a:prstGeom>
        </p:spPr>
      </p:pic>
      <p:sp>
        <p:nvSpPr>
          <p:cNvPr id="2" name="Title 1"/>
          <p:cNvSpPr>
            <a:spLocks noGrp="1"/>
          </p:cNvSpPr>
          <p:nvPr>
            <p:ph type="title"/>
          </p:nvPr>
        </p:nvSpPr>
        <p:spPr>
          <a:xfrm>
            <a:off x="3781899" y="-205952"/>
            <a:ext cx="8229600" cy="1143000"/>
          </a:xfrm>
        </p:spPr>
        <p:txBody>
          <a:bodyPr>
            <a:normAutofit/>
          </a:bodyPr>
          <a:lstStyle>
            <a:lvl1pPr algn="l">
              <a:defRPr sz="2000">
                <a:solidFill>
                  <a:schemeClr val="tx2">
                    <a:lumMod val="50000"/>
                  </a:schemeClr>
                </a:solidFill>
                <a:effectLst/>
                <a:latin typeface="Whitney-Book"/>
              </a:defRPr>
            </a:lvl1pPr>
          </a:lstStyle>
          <a:p>
            <a:r>
              <a:rPr lang="en-US" dirty="0"/>
              <a:t>Click to edit Master title style</a:t>
            </a:r>
          </a:p>
        </p:txBody>
      </p:sp>
      <p:sp>
        <p:nvSpPr>
          <p:cNvPr id="3" name="Date Placeholder 2"/>
          <p:cNvSpPr>
            <a:spLocks noGrp="1"/>
          </p:cNvSpPr>
          <p:nvPr>
            <p:ph type="dt" sz="half" idx="10"/>
          </p:nvPr>
        </p:nvSpPr>
        <p:spPr/>
        <p:txBody>
          <a:bodyPr/>
          <a:lstStyle/>
          <a:p>
            <a:fld id="{4B506F6A-AC1A-774B-A74A-33E90EC9254E}" type="datetime1">
              <a:rPr lang="en-US" smtClean="0">
                <a:solidFill>
                  <a:prstClr val="black">
                    <a:lumMod val="75000"/>
                    <a:lumOff val="25000"/>
                  </a:prstClr>
                </a:solidFill>
              </a:rPr>
              <a:pPr/>
              <a:t>1/26/2022</a:t>
            </a:fld>
            <a:endParaRPr lang="en-US" dirty="0">
              <a:solidFill>
                <a:prstClr val="black">
                  <a:lumMod val="75000"/>
                  <a:lumOff val="25000"/>
                </a:prstClr>
              </a:solidFill>
            </a:endParaRPr>
          </a:p>
        </p:txBody>
      </p:sp>
      <p:sp>
        <p:nvSpPr>
          <p:cNvPr id="4" name="Footer Placeholder 3"/>
          <p:cNvSpPr>
            <a:spLocks noGrp="1"/>
          </p:cNvSpPr>
          <p:nvPr>
            <p:ph type="ftr" sz="quarter" idx="11"/>
          </p:nvPr>
        </p:nvSpPr>
        <p:spPr/>
        <p:txBody>
          <a:bodyPr/>
          <a:lstStyle/>
          <a:p>
            <a:endParaRPr lang="en-US" dirty="0">
              <a:solidFill>
                <a:prstClr val="white">
                  <a:lumMod val="50000"/>
                </a:prstClr>
              </a:solidFill>
            </a:endParaRPr>
          </a:p>
        </p:txBody>
      </p:sp>
      <p:sp>
        <p:nvSpPr>
          <p:cNvPr id="5" name="Slide Number Placeholder 4"/>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dirty="0">
              <a:solidFill>
                <a:prstClr val="black">
                  <a:lumMod val="65000"/>
                  <a:lumOff val="35000"/>
                </a:prstClr>
              </a:solidFill>
            </a:endParaRPr>
          </a:p>
        </p:txBody>
      </p:sp>
    </p:spTree>
    <p:extLst>
      <p:ext uri="{BB962C8B-B14F-4D97-AF65-F5344CB8AC3E}">
        <p14:creationId xmlns:p14="http://schemas.microsoft.com/office/powerpoint/2010/main" val="3532282333"/>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14" name="Picture 13" descr="LosAngelesPowerpointBkgrd4-3.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13" name="Picture 12" descr="ShanghaiBand3.psd"/>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3396721"/>
            <a:ext cx="7113120" cy="4359992"/>
          </a:xfrm>
          <a:prstGeom prst="rect">
            <a:avLst/>
          </a:prstGeom>
        </p:spPr>
      </p:pic>
      <p:sp>
        <p:nvSpPr>
          <p:cNvPr id="10" name="Rectangle 9"/>
          <p:cNvSpPr/>
          <p:nvPr userDrawn="1"/>
        </p:nvSpPr>
        <p:spPr>
          <a:xfrm>
            <a:off x="402968" y="5520257"/>
            <a:ext cx="167878" cy="461665"/>
          </a:xfrm>
          <a:prstGeom prst="rect">
            <a:avLst/>
          </a:prstGeom>
        </p:spPr>
        <p:txBody>
          <a:bodyPr wrap="square">
            <a:spAutoFit/>
          </a:bodyPr>
          <a:lstStyle/>
          <a:p>
            <a:r>
              <a:rPr lang="en-US" sz="2400" dirty="0">
                <a:solidFill>
                  <a:srgbClr val="E3AA00"/>
                </a:solidFill>
                <a:latin typeface="Arial"/>
                <a:ea typeface="Arial" charset="0"/>
                <a:cs typeface="Arial"/>
                <a:sym typeface="Arial" charset="0"/>
              </a:rPr>
              <a:t> </a:t>
            </a:r>
            <a:endParaRPr lang="en-US" dirty="0">
              <a:solidFill>
                <a:prstClr val="black"/>
              </a:solidFill>
            </a:endParaRPr>
          </a:p>
        </p:txBody>
      </p:sp>
      <p:sp>
        <p:nvSpPr>
          <p:cNvPr id="2" name="Title 1"/>
          <p:cNvSpPr>
            <a:spLocks noGrp="1"/>
          </p:cNvSpPr>
          <p:nvPr>
            <p:ph type="title"/>
          </p:nvPr>
        </p:nvSpPr>
        <p:spPr>
          <a:xfrm>
            <a:off x="3311174" y="510310"/>
            <a:ext cx="5375625" cy="2165983"/>
          </a:xfrm>
        </p:spPr>
        <p:txBody>
          <a:bodyPr anchor="t" anchorCtr="0"/>
          <a:lstStyle>
            <a:lvl1pPr algn="l">
              <a:defRPr baseline="0">
                <a:solidFill>
                  <a:schemeClr val="bg1"/>
                </a:solidFill>
                <a:latin typeface="Whitney-Book"/>
              </a:defRPr>
            </a:lvl1pPr>
          </a:lstStyle>
          <a:p>
            <a:r>
              <a:rPr lang="en-US" dirty="0"/>
              <a:t>Click to edit Master title style</a:t>
            </a:r>
          </a:p>
        </p:txBody>
      </p:sp>
      <p:sp>
        <p:nvSpPr>
          <p:cNvPr id="3" name="Vertical Text Placeholder 2"/>
          <p:cNvSpPr>
            <a:spLocks noGrp="1"/>
          </p:cNvSpPr>
          <p:nvPr>
            <p:ph type="body" orient="vert" idx="1"/>
          </p:nvPr>
        </p:nvSpPr>
        <p:spPr>
          <a:xfrm rot="16200000">
            <a:off x="1086444" y="2810314"/>
            <a:ext cx="3264685" cy="4813070"/>
          </a:xfrm>
        </p:spPr>
        <p:txBody>
          <a:bodyPr vert="eaVert" anchor="t" anchorCtr="0"/>
          <a:lstStyle>
            <a:lvl1pPr>
              <a:defRPr baseline="0">
                <a:latin typeface="Whitney-Book"/>
              </a:defRPr>
            </a:lvl1pPr>
            <a:lvl2pPr>
              <a:defRPr baseline="0">
                <a:latin typeface="Whitney-Book"/>
              </a:defRPr>
            </a:lvl2pPr>
            <a:lvl3pPr>
              <a:defRPr baseline="0">
                <a:latin typeface="Whitney-Book"/>
              </a:defRPr>
            </a:lvl3pPr>
            <a:lvl4pPr>
              <a:defRPr baseline="0">
                <a:latin typeface="Whitney-Book"/>
              </a:defRPr>
            </a:lvl4pPr>
            <a:lvl5pPr>
              <a:defRPr baseline="0">
                <a:latin typeface="Whitney-Book"/>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4" name="Date Placeholder 3"/>
          <p:cNvSpPr>
            <a:spLocks noGrp="1"/>
          </p:cNvSpPr>
          <p:nvPr>
            <p:ph type="dt" sz="half" idx="10"/>
          </p:nvPr>
        </p:nvSpPr>
        <p:spPr/>
        <p:txBody>
          <a:bodyPr/>
          <a:lstStyle/>
          <a:p>
            <a:fld id="{81658234-11CC-E84A-A484-707AFF7FC114}" type="datetime1">
              <a:rPr lang="en-US" smtClean="0">
                <a:solidFill>
                  <a:prstClr val="black">
                    <a:lumMod val="75000"/>
                    <a:lumOff val="25000"/>
                  </a:prstClr>
                </a:solidFill>
              </a:rPr>
              <a:pPr/>
              <a:t>1/26/2022</a:t>
            </a:fld>
            <a:endParaRPr lang="en-US">
              <a:solidFill>
                <a:prstClr val="black">
                  <a:lumMod val="75000"/>
                  <a:lumOff val="25000"/>
                </a:prstClr>
              </a:solidFill>
            </a:endParaRPr>
          </a:p>
        </p:txBody>
      </p:sp>
      <p:sp>
        <p:nvSpPr>
          <p:cNvPr id="5" name="Footer Placeholder 4"/>
          <p:cNvSpPr>
            <a:spLocks noGrp="1"/>
          </p:cNvSpPr>
          <p:nvPr>
            <p:ph type="ftr" sz="quarter" idx="11"/>
          </p:nvPr>
        </p:nvSpPr>
        <p:spPr/>
        <p:txBody>
          <a:bodyPr/>
          <a:lstStyle/>
          <a:p>
            <a:endParaRPr lang="en-US">
              <a:solidFill>
                <a:prstClr val="white">
                  <a:lumMod val="50000"/>
                </a:prstClr>
              </a:solidFill>
            </a:endParaRPr>
          </a:p>
        </p:txBody>
      </p:sp>
      <p:sp>
        <p:nvSpPr>
          <p:cNvPr id="6" name="Slide Number Placeholder 5"/>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Tree>
    <p:extLst>
      <p:ext uri="{BB962C8B-B14F-4D97-AF65-F5344CB8AC3E}">
        <p14:creationId xmlns:p14="http://schemas.microsoft.com/office/powerpoint/2010/main" val="193100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 calcmode="lin" valueType="num">
                                      <p:cBhvr additive="base">
                                        <p:cTn id="1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grpId="0" nodeType="after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 calcmode="lin" valueType="num">
                                      <p:cBhvr additive="base">
                                        <p:cTn id="22"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par>
                          <p:cTn id="24" fill="hold">
                            <p:stCondLst>
                              <p:cond delay="2000"/>
                            </p:stCondLst>
                            <p:childTnLst>
                              <p:par>
                                <p:cTn id="25" presetID="2" presetClass="entr" presetSubtype="4" fill="hold" grpId="0" nodeType="after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 calcmode="lin" valueType="num">
                                      <p:cBhvr additive="base">
                                        <p:cTn id="2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 presetClass="entr" presetSubtype="4" fill="hold" nodeType="after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2">
            <p:tnLst>
              <p:par>
                <p:cTn presetID="2" presetClass="entr" presetSubtype="4" fill="hold" nodeType="after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3">
            <p:tnLst>
              <p:par>
                <p:cTn presetID="2" presetClass="entr" presetSubtype="4" fill="hold" nodeType="after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4">
            <p:tnLst>
              <p:par>
                <p:cTn presetID="2" presetClass="entr" presetSubtype="4" fill="hold" nodeType="after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Lst>
      </p:bldP>
    </p:bldLst>
  </p:timing>
</p:sldLayout>
</file>

<file path=ppt/slideLayouts/slideLayout6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a:stretch>
            <a:fillRect/>
          </a:stretch>
        </p:blipFill>
        <p:spPr>
          <a:xfrm>
            <a:off x="0" y="-8808"/>
            <a:ext cx="9144000" cy="6858000"/>
          </a:xfrm>
          <a:prstGeom prst="rect">
            <a:avLst/>
          </a:prstGeom>
        </p:spPr>
      </p:pic>
      <p:sp>
        <p:nvSpPr>
          <p:cNvPr id="3" name="Vertical Text Placeholder 2"/>
          <p:cNvSpPr>
            <a:spLocks noGrp="1"/>
          </p:cNvSpPr>
          <p:nvPr>
            <p:ph type="body" orient="vert" idx="1"/>
          </p:nvPr>
        </p:nvSpPr>
        <p:spPr>
          <a:xfrm rot="16200000">
            <a:off x="2544897" y="1421143"/>
            <a:ext cx="3726791" cy="5851525"/>
          </a:xfrm>
        </p:spPr>
        <p:txBody>
          <a:bodyPr vert="eaVert"/>
          <a:lstStyle>
            <a:lvl1pPr>
              <a:defRPr>
                <a:latin typeface="Whitney-Medium"/>
              </a:defRPr>
            </a:lvl1pPr>
            <a:lvl2pPr>
              <a:defRPr>
                <a:latin typeface="Whitney-Medium"/>
              </a:defRPr>
            </a:lvl2pPr>
            <a:lvl3pPr>
              <a:defRPr>
                <a:latin typeface="Whitney-Medium"/>
              </a:defRPr>
            </a:lvl3pPr>
            <a:lvl4pPr>
              <a:defRPr>
                <a:latin typeface="Whitney-Medium"/>
              </a:defRPr>
            </a:lvl4pPr>
            <a:lvl5pPr>
              <a:defRPr>
                <a:latin typeface="Whitney-Medium"/>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03A8A679-79CD-7C4C-B43E-7A7F72D5077A}" type="datetime1">
              <a:rPr lang="en-US" smtClean="0">
                <a:solidFill>
                  <a:prstClr val="black">
                    <a:lumMod val="75000"/>
                    <a:lumOff val="25000"/>
                  </a:prstClr>
                </a:solidFill>
              </a:rPr>
              <a:pPr/>
              <a:t>1/26/2022</a:t>
            </a:fld>
            <a:endParaRPr lang="en-US">
              <a:solidFill>
                <a:prstClr val="black">
                  <a:lumMod val="75000"/>
                  <a:lumOff val="25000"/>
                </a:prstClr>
              </a:solidFill>
            </a:endParaRPr>
          </a:p>
        </p:txBody>
      </p:sp>
      <p:sp>
        <p:nvSpPr>
          <p:cNvPr id="5" name="Footer Placeholder 4"/>
          <p:cNvSpPr>
            <a:spLocks noGrp="1"/>
          </p:cNvSpPr>
          <p:nvPr>
            <p:ph type="ftr" sz="quarter" idx="11"/>
          </p:nvPr>
        </p:nvSpPr>
        <p:spPr/>
        <p:txBody>
          <a:bodyPr/>
          <a:lstStyle/>
          <a:p>
            <a:endParaRPr lang="en-US">
              <a:solidFill>
                <a:prstClr val="white">
                  <a:lumMod val="50000"/>
                </a:prstClr>
              </a:solidFill>
            </a:endParaRPr>
          </a:p>
        </p:txBody>
      </p:sp>
      <p:sp>
        <p:nvSpPr>
          <p:cNvPr id="6" name="Slide Number Placeholder 5"/>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a:solidFill>
                <a:prstClr val="black">
                  <a:lumMod val="65000"/>
                  <a:lumOff val="35000"/>
                </a:prstClr>
              </a:solidFill>
            </a:endParaRPr>
          </a:p>
        </p:txBody>
      </p:sp>
      <p:sp>
        <p:nvSpPr>
          <p:cNvPr id="2" name="Vertical Title 1"/>
          <p:cNvSpPr>
            <a:spLocks noGrp="1"/>
          </p:cNvSpPr>
          <p:nvPr>
            <p:ph type="title" orient="vert"/>
          </p:nvPr>
        </p:nvSpPr>
        <p:spPr>
          <a:xfrm rot="16200000">
            <a:off x="3349120" y="-2112771"/>
            <a:ext cx="1288485" cy="7072320"/>
          </a:xfrm>
        </p:spPr>
        <p:txBody>
          <a:bodyPr vert="eaVert">
            <a:normAutofit/>
          </a:bodyPr>
          <a:lstStyle>
            <a:lvl1pPr>
              <a:defRPr sz="2800">
                <a:latin typeface="Whitney-Medium"/>
              </a:defRPr>
            </a:lvl1pPr>
          </a:lstStyle>
          <a:p>
            <a:r>
              <a:rPr lang="en-US" dirty="0"/>
              <a:t>Click to edit Master title style</a:t>
            </a:r>
          </a:p>
        </p:txBody>
      </p:sp>
    </p:spTree>
    <p:extLst>
      <p:ext uri="{BB962C8B-B14F-4D97-AF65-F5344CB8AC3E}">
        <p14:creationId xmlns:p14="http://schemas.microsoft.com/office/powerpoint/2010/main" val="643747778"/>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2_Custom Layout">
    <p:spTree>
      <p:nvGrpSpPr>
        <p:cNvPr id="1" name=""/>
        <p:cNvGrpSpPr/>
        <p:nvPr/>
      </p:nvGrpSpPr>
      <p:grpSpPr>
        <a:xfrm>
          <a:off x="0" y="0"/>
          <a:ext cx="0" cy="0"/>
          <a:chOff x="0" y="0"/>
          <a:chExt cx="0" cy="0"/>
        </a:xfrm>
      </p:grpSpPr>
      <p:pic>
        <p:nvPicPr>
          <p:cNvPr id="12" name="Picture 11" descr="StudentsPPT_Bkgrd.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Date Placeholder 2"/>
          <p:cNvSpPr>
            <a:spLocks noGrp="1"/>
          </p:cNvSpPr>
          <p:nvPr>
            <p:ph type="dt" sz="half" idx="10"/>
          </p:nvPr>
        </p:nvSpPr>
        <p:spPr/>
        <p:txBody>
          <a:bodyPr/>
          <a:lstStyle/>
          <a:p>
            <a:fld id="{29674BE0-4447-9D40-9A24-D851C2136A27}" type="datetime1">
              <a:rPr lang="en-US" smtClean="0">
                <a:solidFill>
                  <a:prstClr val="black">
                    <a:lumMod val="75000"/>
                    <a:lumOff val="25000"/>
                  </a:prstClr>
                </a:solidFill>
              </a:rPr>
              <a:pPr/>
              <a:t>1/26/2022</a:t>
            </a:fld>
            <a:endParaRPr lang="en-US" dirty="0">
              <a:solidFill>
                <a:prstClr val="black">
                  <a:lumMod val="75000"/>
                  <a:lumOff val="25000"/>
                </a:prstClr>
              </a:solidFill>
            </a:endParaRPr>
          </a:p>
        </p:txBody>
      </p:sp>
      <p:sp>
        <p:nvSpPr>
          <p:cNvPr id="4" name="Footer Placeholder 3"/>
          <p:cNvSpPr>
            <a:spLocks noGrp="1"/>
          </p:cNvSpPr>
          <p:nvPr>
            <p:ph type="ftr" sz="quarter" idx="11"/>
          </p:nvPr>
        </p:nvSpPr>
        <p:spPr/>
        <p:txBody>
          <a:bodyPr/>
          <a:lstStyle/>
          <a:p>
            <a:endParaRPr lang="en-US" dirty="0">
              <a:solidFill>
                <a:prstClr val="white">
                  <a:lumMod val="50000"/>
                </a:prstClr>
              </a:solidFill>
            </a:endParaRPr>
          </a:p>
        </p:txBody>
      </p:sp>
      <p:sp>
        <p:nvSpPr>
          <p:cNvPr id="5" name="Slide Number Placeholder 4"/>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dirty="0">
              <a:solidFill>
                <a:prstClr val="black">
                  <a:lumMod val="65000"/>
                  <a:lumOff val="35000"/>
                </a:prstClr>
              </a:solidFill>
            </a:endParaRPr>
          </a:p>
        </p:txBody>
      </p:sp>
      <p:sp>
        <p:nvSpPr>
          <p:cNvPr id="9" name="TextBox 8"/>
          <p:cNvSpPr txBox="1"/>
          <p:nvPr userDrawn="1"/>
        </p:nvSpPr>
        <p:spPr>
          <a:xfrm>
            <a:off x="-2336800" y="-1741532"/>
            <a:ext cx="168365" cy="369332"/>
          </a:xfrm>
          <a:prstGeom prst="rect">
            <a:avLst/>
          </a:prstGeom>
          <a:noFill/>
        </p:spPr>
        <p:txBody>
          <a:bodyPr wrap="square" rtlCol="0">
            <a:spAutoFit/>
          </a:bodyPr>
          <a:lstStyle/>
          <a:p>
            <a:endParaRPr lang="en-US" dirty="0">
              <a:solidFill>
                <a:prstClr val="black"/>
              </a:solidFill>
            </a:endParaRPr>
          </a:p>
        </p:txBody>
      </p:sp>
      <p:pic>
        <p:nvPicPr>
          <p:cNvPr id="10" name="Picture 9" descr="ShanghaiBand-85%.psd"/>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flipH="1" flipV="1">
            <a:off x="3576826" y="3220175"/>
            <a:ext cx="5789714" cy="4036564"/>
          </a:xfrm>
          <a:prstGeom prst="rect">
            <a:avLst/>
          </a:prstGeom>
        </p:spPr>
      </p:pic>
      <p:sp>
        <p:nvSpPr>
          <p:cNvPr id="2" name="Title 1"/>
          <p:cNvSpPr>
            <a:spLocks noGrp="1"/>
          </p:cNvSpPr>
          <p:nvPr>
            <p:ph type="title"/>
          </p:nvPr>
        </p:nvSpPr>
        <p:spPr>
          <a:xfrm>
            <a:off x="5571377" y="3762481"/>
            <a:ext cx="3572624" cy="1349484"/>
          </a:xfrm>
        </p:spPr>
        <p:txBody>
          <a:bodyPr>
            <a:normAutofit/>
          </a:bodyPr>
          <a:lstStyle>
            <a:lvl1pPr algn="l">
              <a:defRPr sz="2000" b="0" i="0">
                <a:solidFill>
                  <a:schemeClr val="bg1"/>
                </a:solidFill>
                <a:latin typeface="Whitney Book"/>
              </a:defRPr>
            </a:lvl1pPr>
          </a:lstStyle>
          <a:p>
            <a:r>
              <a:rPr lang="en-US" dirty="0"/>
              <a:t>Click to edit Master title style</a:t>
            </a:r>
          </a:p>
        </p:txBody>
      </p:sp>
    </p:spTree>
    <p:extLst>
      <p:ext uri="{BB962C8B-B14F-4D97-AF65-F5344CB8AC3E}">
        <p14:creationId xmlns:p14="http://schemas.microsoft.com/office/powerpoint/2010/main" val="9860203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50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1+#ppt_w/2"/>
                                          </p:val>
                                        </p:tav>
                                        <p:tav tm="100000">
                                          <p:val>
                                            <p:strVal val="#ppt_x"/>
                                          </p:val>
                                        </p:tav>
                                      </p:tavLst>
                                    </p:anim>
                                    <p:anim calcmode="lin" valueType="num">
                                      <p:cBhvr additive="base">
                                        <p:cTn id="12"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A7E5AD2E-853D-3E4B-8412-10F295485E76}" type="datetime1">
              <a:rPr lang="en-US" smtClean="0">
                <a:solidFill>
                  <a:prstClr val="black">
                    <a:lumMod val="75000"/>
                    <a:lumOff val="25000"/>
                  </a:prstClr>
                </a:solidFill>
              </a:rPr>
              <a:pPr/>
              <a:t>1/26/2022</a:t>
            </a:fld>
            <a:endParaRPr lang="en-US" dirty="0">
              <a:solidFill>
                <a:prstClr val="black">
                  <a:lumMod val="75000"/>
                  <a:lumOff val="25000"/>
                </a:prstClr>
              </a:solidFill>
            </a:endParaRPr>
          </a:p>
        </p:txBody>
      </p:sp>
      <p:sp>
        <p:nvSpPr>
          <p:cNvPr id="4" name="Footer Placeholder 3"/>
          <p:cNvSpPr>
            <a:spLocks noGrp="1"/>
          </p:cNvSpPr>
          <p:nvPr>
            <p:ph type="ftr" sz="quarter" idx="11"/>
          </p:nvPr>
        </p:nvSpPr>
        <p:spPr/>
        <p:txBody>
          <a:bodyPr/>
          <a:lstStyle/>
          <a:p>
            <a:endParaRPr lang="en-US" dirty="0">
              <a:solidFill>
                <a:prstClr val="white">
                  <a:lumMod val="50000"/>
                </a:prstClr>
              </a:solidFill>
            </a:endParaRPr>
          </a:p>
        </p:txBody>
      </p:sp>
      <p:sp>
        <p:nvSpPr>
          <p:cNvPr id="5" name="Slide Number Placeholder 4"/>
          <p:cNvSpPr>
            <a:spLocks noGrp="1"/>
          </p:cNvSpPr>
          <p:nvPr>
            <p:ph type="sldNum" sz="quarter" idx="12"/>
          </p:nvPr>
        </p:nvSpPr>
        <p:spPr/>
        <p:txBody>
          <a:bodyPr/>
          <a:lstStyle/>
          <a:p>
            <a:fld id="{0F3206DB-9488-D04D-BDD1-A7C9D84C4579}" type="slidenum">
              <a:rPr lang="en-US" smtClean="0">
                <a:solidFill>
                  <a:prstClr val="black">
                    <a:lumMod val="65000"/>
                    <a:lumOff val="35000"/>
                  </a:prstClr>
                </a:solidFill>
              </a:rPr>
              <a:pPr/>
              <a:t>‹#›</a:t>
            </a:fld>
            <a:endParaRPr lang="en-US" dirty="0">
              <a:solidFill>
                <a:prstClr val="black">
                  <a:lumMod val="65000"/>
                  <a:lumOff val="35000"/>
                </a:prstClr>
              </a:solidFill>
            </a:endParaRPr>
          </a:p>
        </p:txBody>
      </p:sp>
      <p:sp>
        <p:nvSpPr>
          <p:cNvPr id="9" name="TextBox 8"/>
          <p:cNvSpPr txBox="1"/>
          <p:nvPr userDrawn="1"/>
        </p:nvSpPr>
        <p:spPr>
          <a:xfrm>
            <a:off x="-2336800" y="-1741532"/>
            <a:ext cx="168365" cy="369332"/>
          </a:xfrm>
          <a:prstGeom prst="rect">
            <a:avLst/>
          </a:prstGeom>
          <a:noFill/>
        </p:spPr>
        <p:txBody>
          <a:bodyPr wrap="square" rtlCol="0">
            <a:spAutoFit/>
          </a:bodyPr>
          <a:lstStyle/>
          <a:p>
            <a:endParaRPr lang="en-US" dirty="0">
              <a:solidFill>
                <a:prstClr val="black"/>
              </a:solidFill>
            </a:endParaRPr>
          </a:p>
        </p:txBody>
      </p:sp>
      <p:pic>
        <p:nvPicPr>
          <p:cNvPr id="6" name="Picture 5" descr="2013UCLAAndersonTITN_ppt4-3.gif"/>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645067812"/>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2063930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emf"/><Relationship Id="rId4" Type="http://schemas.openxmlformats.org/officeDocument/2006/relationships/image" Target="../media/image1.gif"/></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image" Target="../media/image3.jpeg"/><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image" Target="../media/image4.gif"/></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6" Type="http://schemas.openxmlformats.org/officeDocument/2006/relationships/image" Target="../media/image4.gif"/><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3.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5.xml"/><Relationship Id="rId13" Type="http://schemas.openxmlformats.org/officeDocument/2006/relationships/slideLayout" Target="../slideLayouts/slideLayout40.xml"/><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slideLayout" Target="../slideLayouts/slideLayout39.xml"/><Relationship Id="rId2" Type="http://schemas.openxmlformats.org/officeDocument/2006/relationships/slideLayout" Target="../slideLayouts/slideLayout29.xml"/><Relationship Id="rId16" Type="http://schemas.openxmlformats.org/officeDocument/2006/relationships/image" Target="../media/image4.gif"/><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5" Type="http://schemas.openxmlformats.org/officeDocument/2006/relationships/theme" Target="../theme/theme4.xml"/><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 Id="rId14" Type="http://schemas.openxmlformats.org/officeDocument/2006/relationships/slideLayout" Target="../slideLayouts/slideLayout41.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9.xml"/><Relationship Id="rId13" Type="http://schemas.openxmlformats.org/officeDocument/2006/relationships/slideLayout" Target="../slideLayouts/slideLayout54.xml"/><Relationship Id="rId3" Type="http://schemas.openxmlformats.org/officeDocument/2006/relationships/slideLayout" Target="../slideLayouts/slideLayout44.xml"/><Relationship Id="rId7" Type="http://schemas.openxmlformats.org/officeDocument/2006/relationships/slideLayout" Target="../slideLayouts/slideLayout48.xml"/><Relationship Id="rId12" Type="http://schemas.openxmlformats.org/officeDocument/2006/relationships/slideLayout" Target="../slideLayouts/slideLayout53.xml"/><Relationship Id="rId17" Type="http://schemas.openxmlformats.org/officeDocument/2006/relationships/image" Target="../media/image4.gif"/><Relationship Id="rId2" Type="http://schemas.openxmlformats.org/officeDocument/2006/relationships/slideLayout" Target="../slideLayouts/slideLayout43.xml"/><Relationship Id="rId16" Type="http://schemas.openxmlformats.org/officeDocument/2006/relationships/theme" Target="../theme/theme5.xml"/><Relationship Id="rId1" Type="http://schemas.openxmlformats.org/officeDocument/2006/relationships/slideLayout" Target="../slideLayouts/slideLayout42.xml"/><Relationship Id="rId6" Type="http://schemas.openxmlformats.org/officeDocument/2006/relationships/slideLayout" Target="../slideLayouts/slideLayout47.xml"/><Relationship Id="rId11" Type="http://schemas.openxmlformats.org/officeDocument/2006/relationships/slideLayout" Target="../slideLayouts/slideLayout52.xml"/><Relationship Id="rId5" Type="http://schemas.openxmlformats.org/officeDocument/2006/relationships/slideLayout" Target="../slideLayouts/slideLayout46.xml"/><Relationship Id="rId15" Type="http://schemas.openxmlformats.org/officeDocument/2006/relationships/slideLayout" Target="../slideLayouts/slideLayout56.xml"/><Relationship Id="rId10" Type="http://schemas.openxmlformats.org/officeDocument/2006/relationships/slideLayout" Target="../slideLayouts/slideLayout51.xml"/><Relationship Id="rId4" Type="http://schemas.openxmlformats.org/officeDocument/2006/relationships/slideLayout" Target="../slideLayouts/slideLayout45.xml"/><Relationship Id="rId9" Type="http://schemas.openxmlformats.org/officeDocument/2006/relationships/slideLayout" Target="../slideLayouts/slideLayout50.xml"/><Relationship Id="rId14" Type="http://schemas.openxmlformats.org/officeDocument/2006/relationships/slideLayout" Target="../slideLayouts/slideLayout5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4.xml"/><Relationship Id="rId13" Type="http://schemas.openxmlformats.org/officeDocument/2006/relationships/slideLayout" Target="../slideLayouts/slideLayout69.xml"/><Relationship Id="rId3" Type="http://schemas.openxmlformats.org/officeDocument/2006/relationships/slideLayout" Target="../slideLayouts/slideLayout59.xml"/><Relationship Id="rId7" Type="http://schemas.openxmlformats.org/officeDocument/2006/relationships/slideLayout" Target="../slideLayouts/slideLayout63.xml"/><Relationship Id="rId12" Type="http://schemas.openxmlformats.org/officeDocument/2006/relationships/slideLayout" Target="../slideLayouts/slideLayout68.xml"/><Relationship Id="rId17" Type="http://schemas.openxmlformats.org/officeDocument/2006/relationships/image" Target="../media/image4.gif"/><Relationship Id="rId2" Type="http://schemas.openxmlformats.org/officeDocument/2006/relationships/slideLayout" Target="../slideLayouts/slideLayout58.xml"/><Relationship Id="rId16" Type="http://schemas.openxmlformats.org/officeDocument/2006/relationships/theme" Target="../theme/theme6.xml"/><Relationship Id="rId1" Type="http://schemas.openxmlformats.org/officeDocument/2006/relationships/slideLayout" Target="../slideLayouts/slideLayout57.xml"/><Relationship Id="rId6" Type="http://schemas.openxmlformats.org/officeDocument/2006/relationships/slideLayout" Target="../slideLayouts/slideLayout62.xml"/><Relationship Id="rId11" Type="http://schemas.openxmlformats.org/officeDocument/2006/relationships/slideLayout" Target="../slideLayouts/slideLayout67.xml"/><Relationship Id="rId5" Type="http://schemas.openxmlformats.org/officeDocument/2006/relationships/slideLayout" Target="../slideLayouts/slideLayout61.xml"/><Relationship Id="rId15" Type="http://schemas.openxmlformats.org/officeDocument/2006/relationships/slideLayout" Target="../slideLayouts/slideLayout71.xml"/><Relationship Id="rId10" Type="http://schemas.openxmlformats.org/officeDocument/2006/relationships/slideLayout" Target="../slideLayouts/slideLayout66.xml"/><Relationship Id="rId4" Type="http://schemas.openxmlformats.org/officeDocument/2006/relationships/slideLayout" Target="../slideLayouts/slideLayout60.xml"/><Relationship Id="rId9" Type="http://schemas.openxmlformats.org/officeDocument/2006/relationships/slideLayout" Target="../slideLayouts/slideLayout65.xml"/><Relationship Id="rId14" Type="http://schemas.openxmlformats.org/officeDocument/2006/relationships/slideLayout" Target="../slideLayouts/slideLayout7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descr="2013UCLAAndersonLogoScreen4-3.gif"/>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14" name="Picture 13"/>
          <p:cNvPicPr>
            <a:picLocks/>
          </p:cNvPicPr>
          <p:nvPr userDrawn="1"/>
        </p:nvPicPr>
        <p:blipFill>
          <a:blip r:embed="rId5"/>
          <a:stretch>
            <a:fillRect/>
          </a:stretch>
        </p:blipFill>
        <p:spPr>
          <a:xfrm>
            <a:off x="786049" y="5935664"/>
            <a:ext cx="1973580" cy="381000"/>
          </a:xfrm>
          <a:prstGeom prst="rect">
            <a:avLst/>
          </a:prstGeom>
        </p:spPr>
      </p:pic>
      <p:sp>
        <p:nvSpPr>
          <p:cNvPr id="2" name="Title Placeholder 1"/>
          <p:cNvSpPr>
            <a:spLocks noGrp="1"/>
          </p:cNvSpPr>
          <p:nvPr>
            <p:ph type="title"/>
          </p:nvPr>
        </p:nvSpPr>
        <p:spPr>
          <a:xfrm>
            <a:off x="457200" y="274639"/>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27297" y="1417639"/>
            <a:ext cx="7934131" cy="4708525"/>
          </a:xfrm>
          <a:prstGeom prst="rect">
            <a:avLst/>
          </a:prstGeom>
        </p:spPr>
        <p:txBody>
          <a:bodyPr vert="horz" lIns="91440" tIns="45720" rIns="91440" bIns="45720" rtlCol="0">
            <a:normAutofit/>
          </a:bodyPr>
          <a:lstStyle/>
          <a:p>
            <a:pPr lvl="0"/>
            <a:r>
              <a:rPr lang="en-US" dirty="0"/>
              <a:t>Click to edit Master text styles</a:t>
            </a:r>
          </a:p>
        </p:txBody>
      </p:sp>
      <p:sp>
        <p:nvSpPr>
          <p:cNvPr id="4" name="Date Placeholder 3"/>
          <p:cNvSpPr>
            <a:spLocks noGrp="1"/>
          </p:cNvSpPr>
          <p:nvPr>
            <p:ph type="dt" sz="half" idx="2"/>
          </p:nvPr>
        </p:nvSpPr>
        <p:spPr>
          <a:xfrm>
            <a:off x="151030" y="6356351"/>
            <a:ext cx="2133600" cy="365125"/>
          </a:xfrm>
          <a:prstGeom prst="rect">
            <a:avLst/>
          </a:prstGeom>
        </p:spPr>
        <p:txBody>
          <a:bodyPr vert="horz" lIns="91440" tIns="45720" rIns="91440" bIns="45720" rtlCol="0" anchor="ctr"/>
          <a:lstStyle>
            <a:lvl1pPr algn="l">
              <a:defRPr sz="1000" kern="900" spc="400">
                <a:solidFill>
                  <a:schemeClr val="bg1"/>
                </a:solidFill>
                <a:latin typeface=""/>
              </a:defRPr>
            </a:lvl1pPr>
          </a:lstStyle>
          <a:p>
            <a:fld id="{BF8D68B6-7B24-6146-BD9E-412DC96CF560}" type="datetimeFigureOut">
              <a:rPr lang="en-US" smtClean="0"/>
              <a:pPr/>
              <a:t>1/26/2022</a:t>
            </a:fld>
            <a:endParaRPr lang="en-US" dirty="0"/>
          </a:p>
        </p:txBody>
      </p:sp>
      <p:sp>
        <p:nvSpPr>
          <p:cNvPr id="5" name="Footer Placeholder 4"/>
          <p:cNvSpPr>
            <a:spLocks noGrp="1"/>
          </p:cNvSpPr>
          <p:nvPr>
            <p:ph type="ftr" sz="quarter" idx="3"/>
          </p:nvPr>
        </p:nvSpPr>
        <p:spPr>
          <a:xfrm>
            <a:off x="3124200" y="6492876"/>
            <a:ext cx="2895600" cy="365125"/>
          </a:xfrm>
          <a:prstGeom prst="rect">
            <a:avLst/>
          </a:prstGeom>
        </p:spPr>
        <p:txBody>
          <a:bodyPr vert="horz" lIns="91440" tIns="45720" rIns="91440" bIns="45720" rtlCol="0" anchor="ctr"/>
          <a:lstStyle>
            <a:lvl1pPr algn="ctr">
              <a:defRPr sz="800" b="1" i="0" kern="800" cap="all" spc="300">
                <a:solidFill>
                  <a:schemeClr val="bg1">
                    <a:lumMod val="50000"/>
                  </a:schemeClr>
                </a:solidFill>
              </a:defRPr>
            </a:lvl1pPr>
          </a:lstStyle>
          <a:p>
            <a:endParaRPr lang="en-US" dirty="0"/>
          </a:p>
        </p:txBody>
      </p:sp>
      <p:sp>
        <p:nvSpPr>
          <p:cNvPr id="6" name="Slide Number Placeholder 5"/>
          <p:cNvSpPr>
            <a:spLocks noGrp="1"/>
          </p:cNvSpPr>
          <p:nvPr>
            <p:ph type="sldNum" sz="quarter" idx="4"/>
          </p:nvPr>
        </p:nvSpPr>
        <p:spPr>
          <a:xfrm>
            <a:off x="6723295" y="6490335"/>
            <a:ext cx="2133600" cy="365125"/>
          </a:xfrm>
          <a:prstGeom prst="rect">
            <a:avLst/>
          </a:prstGeom>
        </p:spPr>
        <p:txBody>
          <a:bodyPr vert="horz" lIns="91440" tIns="45720" rIns="91440" bIns="45720" rtlCol="0" anchor="ctr"/>
          <a:lstStyle>
            <a:lvl1pPr algn="r">
              <a:defRPr sz="1000" spc="300">
                <a:solidFill>
                  <a:schemeClr val="tx1">
                    <a:lumMod val="65000"/>
                    <a:lumOff val="35000"/>
                  </a:schemeClr>
                </a:solidFill>
                <a:latin typeface="Trebuchet MS"/>
              </a:defRPr>
            </a:lvl1pPr>
          </a:lstStyle>
          <a:p>
            <a:fld id="{0F3206DB-9488-D04D-BDD1-A7C9D84C4579}" type="slidenum">
              <a:rPr lang="en-US" smtClean="0"/>
              <a:pPr/>
              <a:t>‹#›</a:t>
            </a:fld>
            <a:endParaRPr lang="en-US" dirty="0"/>
          </a:p>
        </p:txBody>
      </p:sp>
    </p:spTree>
    <p:extLst>
      <p:ext uri="{BB962C8B-B14F-4D97-AF65-F5344CB8AC3E}">
        <p14:creationId xmlns:p14="http://schemas.microsoft.com/office/powerpoint/2010/main" val="4290648545"/>
      </p:ext>
    </p:extLst>
  </p:cSld>
  <p:clrMap bg1="lt1" tx1="dk1" bg2="lt2" tx2="dk2" accent1="accent1" accent2="accent2" accent3="accent3" accent4="accent4" accent5="accent5" accent6="accent6" hlink="hlink" folHlink="folHlink"/>
  <p:sldLayoutIdLst>
    <p:sldLayoutId id="2147483712" r:id="rId1"/>
    <p:sldLayoutId id="2147483715" r:id="rId2"/>
  </p:sldLayoutIdLst>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xStyles>
    <p:titleStyle>
      <a:lvl1pPr algn="ctr" defTabSz="457200" rtl="0" eaLnBrk="1" latinLnBrk="0" hangingPunct="1">
        <a:spcBef>
          <a:spcPct val="0"/>
        </a:spcBef>
        <a:buNone/>
        <a:defRPr sz="3000" b="0" i="0" kern="1200" cap="all" spc="400">
          <a:solidFill>
            <a:schemeClr val="bg1"/>
          </a:solidFill>
          <a:latin typeface="Whitney Book"/>
          <a:ea typeface="+mj-ea"/>
          <a:cs typeface="+mj-cs"/>
        </a:defRPr>
      </a:lvl1pPr>
    </p:titleStyle>
    <p:bodyStyle>
      <a:lvl1pPr marL="0" indent="0" algn="l" defTabSz="457200" rtl="0" eaLnBrk="1" latinLnBrk="0" hangingPunct="1">
        <a:spcBef>
          <a:spcPct val="20000"/>
        </a:spcBef>
        <a:buClr>
          <a:srgbClr val="1B8BD5"/>
        </a:buClr>
        <a:buFontTx/>
        <a:buNone/>
        <a:defRPr sz="3200" kern="1100" spc="50" normalizeH="0" baseline="0">
          <a:solidFill>
            <a:schemeClr val="tx2">
              <a:lumMod val="75000"/>
            </a:schemeClr>
          </a:solidFill>
          <a:latin typeface="Whitney-Book"/>
          <a:ea typeface="+mn-ea"/>
          <a:cs typeface="+mn-cs"/>
        </a:defRPr>
      </a:lvl1pPr>
      <a:lvl2pPr marL="457200" indent="0" algn="l" defTabSz="457200" rtl="0" eaLnBrk="1" latinLnBrk="0" hangingPunct="1">
        <a:spcBef>
          <a:spcPct val="20000"/>
        </a:spcBef>
        <a:buClr>
          <a:srgbClr val="1B8BD5"/>
        </a:buClr>
        <a:buFontTx/>
        <a:buNone/>
        <a:defRPr sz="2800" kern="1100" spc="50" normalizeH="0" baseline="0">
          <a:solidFill>
            <a:schemeClr val="tx2">
              <a:lumMod val="75000"/>
            </a:schemeClr>
          </a:solidFill>
          <a:latin typeface="Whitney-Book"/>
          <a:ea typeface="+mn-ea"/>
          <a:cs typeface="+mn-cs"/>
        </a:defRPr>
      </a:lvl2pPr>
      <a:lvl3pPr marL="914400" indent="0" algn="l" defTabSz="457200" rtl="0" eaLnBrk="1" latinLnBrk="0" hangingPunct="1">
        <a:spcBef>
          <a:spcPct val="20000"/>
        </a:spcBef>
        <a:buClr>
          <a:srgbClr val="1B8BD5"/>
        </a:buClr>
        <a:buFontTx/>
        <a:buNone/>
        <a:defRPr sz="2400" kern="1100" spc="50" normalizeH="0" baseline="0">
          <a:solidFill>
            <a:schemeClr val="tx2">
              <a:lumMod val="75000"/>
            </a:schemeClr>
          </a:solidFill>
          <a:latin typeface="Whitney-Book"/>
          <a:ea typeface="+mn-ea"/>
          <a:cs typeface="+mn-cs"/>
        </a:defRPr>
      </a:lvl3pPr>
      <a:lvl4pPr marL="1371600" indent="0" algn="l" defTabSz="457200" rtl="0" eaLnBrk="1" latinLnBrk="0" hangingPunct="1">
        <a:spcBef>
          <a:spcPct val="20000"/>
        </a:spcBef>
        <a:buClr>
          <a:srgbClr val="1B8BD5"/>
        </a:buClr>
        <a:buFontTx/>
        <a:buNone/>
        <a:defRPr sz="2000" kern="1100" spc="50" normalizeH="0" baseline="0">
          <a:solidFill>
            <a:schemeClr val="tx2">
              <a:lumMod val="75000"/>
            </a:schemeClr>
          </a:solidFill>
          <a:latin typeface="Whitney-Book"/>
          <a:ea typeface="+mn-ea"/>
          <a:cs typeface="+mn-cs"/>
        </a:defRPr>
      </a:lvl4pPr>
      <a:lvl5pPr marL="1828800" indent="0" algn="l" defTabSz="457200" rtl="0" eaLnBrk="1" latinLnBrk="0" hangingPunct="1">
        <a:spcBef>
          <a:spcPct val="20000"/>
        </a:spcBef>
        <a:buClr>
          <a:srgbClr val="1B8BD5"/>
        </a:buClr>
        <a:buFontTx/>
        <a:buNone/>
        <a:defRPr sz="2000" kern="1100" spc="50" normalizeH="0" baseline="0">
          <a:solidFill>
            <a:schemeClr val="tx2">
              <a:lumMod val="75000"/>
            </a:schemeClr>
          </a:solidFill>
          <a:latin typeface="Whitney-Book"/>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13" cstate="email">
            <a:extLst>
              <a:ext uri="{28A0092B-C50C-407E-A947-70E740481C1C}">
                <a14:useLocalDpi xmlns:a14="http://schemas.microsoft.com/office/drawing/2010/main"/>
              </a:ext>
            </a:extLst>
          </a:blip>
          <a:stretch>
            <a:fillRect/>
          </a:stretch>
        </p:blipFill>
        <p:spPr>
          <a:xfrm>
            <a:off x="-810698" y="0"/>
            <a:ext cx="9954698" cy="4782311"/>
          </a:xfrm>
          <a:prstGeom prst="rect">
            <a:avLst/>
          </a:prstGeom>
        </p:spPr>
      </p:pic>
      <p:sp>
        <p:nvSpPr>
          <p:cNvPr id="2" name="Title Placeholder 1"/>
          <p:cNvSpPr>
            <a:spLocks noGrp="1"/>
          </p:cNvSpPr>
          <p:nvPr>
            <p:ph type="title"/>
          </p:nvPr>
        </p:nvSpPr>
        <p:spPr>
          <a:xfrm>
            <a:off x="457200" y="274639"/>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952530" y="1600201"/>
            <a:ext cx="7836326"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1"/>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9E111D7-C283-8E4B-AB2F-B2B17B0FC9BC}" type="datetimeFigureOut">
              <a:rPr lang="en-US" smtClean="0"/>
              <a:t>1/26/2022</a:t>
            </a:fld>
            <a:endParaRPr lang="en-US" dirty="0"/>
          </a:p>
        </p:txBody>
      </p:sp>
      <p:sp>
        <p:nvSpPr>
          <p:cNvPr id="5" name="Footer Placeholder 4"/>
          <p:cNvSpPr>
            <a:spLocks noGrp="1"/>
          </p:cNvSpPr>
          <p:nvPr>
            <p:ph type="ftr" sz="quarter" idx="3"/>
          </p:nvPr>
        </p:nvSpPr>
        <p:spPr>
          <a:xfrm>
            <a:off x="3124200" y="6356351"/>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1"/>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4DDD2-D94C-1147-A389-2CD6A7EEF184}" type="slidenum">
              <a:rPr lang="en-US" smtClean="0"/>
              <a:t>‹#›</a:t>
            </a:fld>
            <a:endParaRPr lang="en-US"/>
          </a:p>
        </p:txBody>
      </p:sp>
      <p:pic>
        <p:nvPicPr>
          <p:cNvPr id="8" name="Picture 7" descr="AndersonLogo_TITN.gif"/>
          <p:cNvPicPr>
            <a:picLocks/>
          </p:cNvPicPr>
          <p:nvPr userDrawn="1"/>
        </p:nvPicPr>
        <p:blipFill>
          <a:blip r:embed="rId14" cstate="screen">
            <a:extLst>
              <a:ext uri="{28A0092B-C50C-407E-A947-70E740481C1C}">
                <a14:useLocalDpi xmlns:a14="http://schemas.microsoft.com/office/drawing/2010/main"/>
              </a:ext>
            </a:extLst>
          </a:blip>
          <a:stretch>
            <a:fillRect/>
          </a:stretch>
        </p:blipFill>
        <p:spPr>
          <a:xfrm>
            <a:off x="1205668" y="6197715"/>
            <a:ext cx="2194560" cy="438573"/>
          </a:xfrm>
          <a:prstGeom prst="rect">
            <a:avLst/>
          </a:prstGeom>
        </p:spPr>
      </p:pic>
    </p:spTree>
    <p:extLst>
      <p:ext uri="{BB962C8B-B14F-4D97-AF65-F5344CB8AC3E}">
        <p14:creationId xmlns:p14="http://schemas.microsoft.com/office/powerpoint/2010/main" val="342558120"/>
      </p:ext>
    </p:extLst>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xStyles>
    <p:titleStyle>
      <a:lvl1pPr algn="ctr" defTabSz="457200" rtl="0" eaLnBrk="1" latinLnBrk="0" hangingPunct="1">
        <a:spcBef>
          <a:spcPct val="0"/>
        </a:spcBef>
        <a:buNone/>
        <a:defRPr sz="2800" kern="1200" cap="all" spc="400">
          <a:solidFill>
            <a:schemeClr val="tx2">
              <a:lumMod val="50000"/>
            </a:schemeClr>
          </a:solidFill>
          <a:latin typeface="Whitney-Medium"/>
          <a:ea typeface="+mj-ea"/>
          <a:cs typeface="+mj-cs"/>
        </a:defRPr>
      </a:lvl1pPr>
    </p:titleStyle>
    <p:bodyStyle>
      <a:lvl1pPr marL="342900" indent="-342900" algn="l" defTabSz="457200" rtl="0" eaLnBrk="1" latinLnBrk="0" hangingPunct="1">
        <a:spcBef>
          <a:spcPct val="20000"/>
        </a:spcBef>
        <a:buClr>
          <a:schemeClr val="tx2">
            <a:lumMod val="60000"/>
            <a:lumOff val="40000"/>
          </a:schemeClr>
        </a:buClr>
        <a:buFont typeface="Lucida Grande"/>
        <a:buChar char="»"/>
        <a:defRPr sz="2600" kern="1200" spc="200">
          <a:solidFill>
            <a:schemeClr val="tx2">
              <a:lumMod val="75000"/>
            </a:schemeClr>
          </a:solidFill>
          <a:latin typeface="Whitney-Medium"/>
          <a:ea typeface="+mn-ea"/>
          <a:cs typeface="+mn-cs"/>
        </a:defRPr>
      </a:lvl1pPr>
      <a:lvl2pPr marL="742950" indent="-285750" algn="l" defTabSz="457200" rtl="0" eaLnBrk="1" latinLnBrk="0" hangingPunct="1">
        <a:spcBef>
          <a:spcPct val="20000"/>
        </a:spcBef>
        <a:buClr>
          <a:schemeClr val="tx2">
            <a:lumMod val="60000"/>
            <a:lumOff val="40000"/>
          </a:schemeClr>
        </a:buClr>
        <a:buFont typeface="Lucida Grande"/>
        <a:buChar char="»"/>
        <a:defRPr sz="2600" kern="1200" spc="200">
          <a:solidFill>
            <a:schemeClr val="tx2">
              <a:lumMod val="75000"/>
            </a:schemeClr>
          </a:solidFill>
          <a:latin typeface="Whitney-Medium"/>
          <a:ea typeface="+mn-ea"/>
          <a:cs typeface="+mn-cs"/>
        </a:defRPr>
      </a:lvl2pPr>
      <a:lvl3pPr marL="1143000" indent="-228600" algn="l" defTabSz="457200" rtl="0" eaLnBrk="1" latinLnBrk="0" hangingPunct="1">
        <a:spcBef>
          <a:spcPct val="20000"/>
        </a:spcBef>
        <a:buClr>
          <a:schemeClr val="tx2">
            <a:lumMod val="60000"/>
            <a:lumOff val="40000"/>
          </a:schemeClr>
        </a:buClr>
        <a:buFont typeface="Lucida Grande"/>
        <a:buChar char="»"/>
        <a:defRPr sz="2600" kern="1200" spc="200">
          <a:solidFill>
            <a:schemeClr val="tx2">
              <a:lumMod val="75000"/>
            </a:schemeClr>
          </a:solidFill>
          <a:latin typeface="Whitney-Medium"/>
          <a:ea typeface="+mn-ea"/>
          <a:cs typeface="+mn-cs"/>
        </a:defRPr>
      </a:lvl3pPr>
      <a:lvl4pPr marL="1600200" indent="-228600" algn="l" defTabSz="457200" rtl="0" eaLnBrk="1" latinLnBrk="0" hangingPunct="1">
        <a:spcBef>
          <a:spcPct val="20000"/>
        </a:spcBef>
        <a:buClr>
          <a:schemeClr val="tx2">
            <a:lumMod val="60000"/>
            <a:lumOff val="40000"/>
          </a:schemeClr>
        </a:buClr>
        <a:buFont typeface="Lucida Grande"/>
        <a:buChar char="»"/>
        <a:defRPr sz="2600" kern="1200" spc="200">
          <a:solidFill>
            <a:schemeClr val="tx2">
              <a:lumMod val="75000"/>
            </a:schemeClr>
          </a:solidFill>
          <a:latin typeface="Whitney-Medium"/>
          <a:ea typeface="+mn-ea"/>
          <a:cs typeface="+mn-cs"/>
        </a:defRPr>
      </a:lvl4pPr>
      <a:lvl5pPr marL="2057400" indent="-228600" algn="l" defTabSz="457200" rtl="0" eaLnBrk="1" latinLnBrk="0" hangingPunct="1">
        <a:spcBef>
          <a:spcPct val="20000"/>
        </a:spcBef>
        <a:buClr>
          <a:schemeClr val="tx2">
            <a:lumMod val="60000"/>
            <a:lumOff val="40000"/>
          </a:schemeClr>
        </a:buClr>
        <a:buFont typeface="Lucida Grande"/>
        <a:buChar char="»"/>
        <a:defRPr sz="2600" kern="1200" spc="200">
          <a:solidFill>
            <a:schemeClr val="tx2">
              <a:lumMod val="75000"/>
            </a:schemeClr>
          </a:solidFill>
          <a:latin typeface="Whitney-Medium"/>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descr="AndersonLogo_TITN.gif"/>
          <p:cNvPicPr>
            <a:picLocks noChangeAspect="1"/>
          </p:cNvPicPr>
          <p:nvPr userDrawn="1"/>
        </p:nvPicPr>
        <p:blipFill>
          <a:blip r:embed="rId16" cstate="screen">
            <a:extLst>
              <a:ext uri="{28A0092B-C50C-407E-A947-70E740481C1C}">
                <a14:useLocalDpi xmlns:a14="http://schemas.microsoft.com/office/drawing/2010/main"/>
              </a:ext>
            </a:extLst>
          </a:blip>
          <a:stretch>
            <a:fillRect/>
          </a:stretch>
        </p:blipFill>
        <p:spPr>
          <a:xfrm>
            <a:off x="684045" y="6073371"/>
            <a:ext cx="2194560" cy="422910"/>
          </a:xfrm>
          <a:prstGeom prst="rect">
            <a:avLst/>
          </a:prstGeom>
        </p:spPr>
      </p:pic>
      <p:sp>
        <p:nvSpPr>
          <p:cNvPr id="2" name="Title Placeholder 1"/>
          <p:cNvSpPr>
            <a:spLocks noGrp="1"/>
          </p:cNvSpPr>
          <p:nvPr>
            <p:ph type="title"/>
          </p:nvPr>
        </p:nvSpPr>
        <p:spPr>
          <a:xfrm>
            <a:off x="457200" y="127215"/>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419985"/>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154645" y="6484067"/>
            <a:ext cx="2133600" cy="365125"/>
          </a:xfrm>
          <a:prstGeom prst="rect">
            <a:avLst/>
          </a:prstGeom>
        </p:spPr>
        <p:txBody>
          <a:bodyPr vert="horz" lIns="91440" tIns="45720" rIns="91440" bIns="45720" rtlCol="0" anchor="ctr"/>
          <a:lstStyle>
            <a:lvl1pPr algn="l">
              <a:defRPr sz="800" kern="800" spc="400">
                <a:solidFill>
                  <a:schemeClr val="tx1">
                    <a:lumMod val="75000"/>
                    <a:lumOff val="25000"/>
                  </a:schemeClr>
                </a:solidFill>
                <a:latin typeface=""/>
              </a:defRPr>
            </a:lvl1pPr>
          </a:lstStyle>
          <a:p>
            <a:fld id="{BF8D68B6-7B24-6146-BD9E-412DC96CF560}" type="datetimeFigureOut">
              <a:rPr lang="en-US" smtClean="0"/>
              <a:pPr/>
              <a:t>1/26/2022</a:t>
            </a:fld>
            <a:endParaRPr lang="en-US" dirty="0"/>
          </a:p>
        </p:txBody>
      </p:sp>
      <p:sp>
        <p:nvSpPr>
          <p:cNvPr id="5" name="Footer Placeholder 4"/>
          <p:cNvSpPr>
            <a:spLocks noGrp="1"/>
          </p:cNvSpPr>
          <p:nvPr>
            <p:ph type="ftr" sz="quarter" idx="3"/>
          </p:nvPr>
        </p:nvSpPr>
        <p:spPr>
          <a:xfrm>
            <a:off x="3124200" y="6492876"/>
            <a:ext cx="2895600" cy="365125"/>
          </a:xfrm>
          <a:prstGeom prst="rect">
            <a:avLst/>
          </a:prstGeom>
        </p:spPr>
        <p:txBody>
          <a:bodyPr vert="horz" lIns="91440" tIns="45720" rIns="91440" bIns="45720" rtlCol="0" anchor="ctr"/>
          <a:lstStyle>
            <a:lvl1pPr algn="ctr">
              <a:defRPr sz="800" b="1" i="0" kern="800" cap="all" spc="300">
                <a:solidFill>
                  <a:schemeClr val="bg1">
                    <a:lumMod val="50000"/>
                  </a:schemeClr>
                </a:solidFill>
              </a:defRPr>
            </a:lvl1pPr>
          </a:lstStyle>
          <a:p>
            <a:endParaRPr lang="en-US" dirty="0"/>
          </a:p>
        </p:txBody>
      </p:sp>
      <p:sp>
        <p:nvSpPr>
          <p:cNvPr id="6" name="Slide Number Placeholder 5"/>
          <p:cNvSpPr>
            <a:spLocks noGrp="1"/>
          </p:cNvSpPr>
          <p:nvPr>
            <p:ph type="sldNum" sz="quarter" idx="4"/>
          </p:nvPr>
        </p:nvSpPr>
        <p:spPr>
          <a:xfrm>
            <a:off x="6723295" y="6490335"/>
            <a:ext cx="2133600" cy="365125"/>
          </a:xfrm>
          <a:prstGeom prst="rect">
            <a:avLst/>
          </a:prstGeom>
        </p:spPr>
        <p:txBody>
          <a:bodyPr vert="horz" lIns="91440" tIns="45720" rIns="91440" bIns="45720" rtlCol="0" anchor="ctr"/>
          <a:lstStyle>
            <a:lvl1pPr algn="r">
              <a:defRPr sz="1000" spc="300">
                <a:solidFill>
                  <a:schemeClr val="tx1">
                    <a:lumMod val="65000"/>
                    <a:lumOff val="35000"/>
                  </a:schemeClr>
                </a:solidFill>
                <a:latin typeface="Trebuchet MS"/>
              </a:defRPr>
            </a:lvl1pPr>
          </a:lstStyle>
          <a:p>
            <a:fld id="{0F3206DB-9488-D04D-BDD1-A7C9D84C4579}" type="slidenum">
              <a:rPr lang="en-US" smtClean="0"/>
              <a:pPr/>
              <a:t>‹#›</a:t>
            </a:fld>
            <a:endParaRPr lang="en-US" dirty="0"/>
          </a:p>
        </p:txBody>
      </p:sp>
    </p:spTree>
    <p:extLst>
      <p:ext uri="{BB962C8B-B14F-4D97-AF65-F5344CB8AC3E}">
        <p14:creationId xmlns:p14="http://schemas.microsoft.com/office/powerpoint/2010/main" val="2217867851"/>
      </p:ext>
    </p:extLst>
  </p:cSld>
  <p:clrMap bg1="lt1" tx1="dk1" bg2="lt2" tx2="dk2" accent1="accent1" accent2="accent2" accent3="accent3" accent4="accent4" accent5="accent5" accent6="accent6" hlink="hlink" folHlink="folHlink"/>
  <p:sldLayoutIdLst>
    <p:sldLayoutId id="2147483725" r:id="rId1"/>
    <p:sldLayoutId id="2147483726" r:id="rId2"/>
    <p:sldLayoutId id="2147483727" r:id="rId3"/>
    <p:sldLayoutId id="2147483728" r:id="rId4"/>
    <p:sldLayoutId id="2147483729" r:id="rId5"/>
    <p:sldLayoutId id="2147483730" r:id="rId6"/>
    <p:sldLayoutId id="2147483731" r:id="rId7"/>
    <p:sldLayoutId id="2147483732" r:id="rId8"/>
    <p:sldLayoutId id="2147483733" r:id="rId9"/>
    <p:sldLayoutId id="2147483737" r:id="rId10"/>
    <p:sldLayoutId id="2147483734" r:id="rId11"/>
    <p:sldLayoutId id="2147483735" r:id="rId12"/>
    <p:sldLayoutId id="2147483738" r:id="rId13"/>
    <p:sldLayoutId id="2147483768" r:id="rId14"/>
  </p:sldLayoutIdLst>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xStyles>
    <p:titleStyle>
      <a:lvl1pPr algn="ctr" defTabSz="457200" rtl="0" eaLnBrk="1" latinLnBrk="0" hangingPunct="1">
        <a:spcBef>
          <a:spcPct val="0"/>
        </a:spcBef>
        <a:buNone/>
        <a:defRPr sz="3000" kern="1200" cap="all" spc="200">
          <a:solidFill>
            <a:schemeClr val="tx2">
              <a:lumMod val="50000"/>
            </a:schemeClr>
          </a:solidFill>
          <a:latin typeface="Whitney-Medium"/>
          <a:ea typeface="+mj-ea"/>
          <a:cs typeface="+mj-cs"/>
        </a:defRPr>
      </a:lvl1pPr>
    </p:titleStyle>
    <p:bodyStyle>
      <a:lvl1pPr marL="342900" indent="-342900" algn="l" defTabSz="457200" rtl="0" eaLnBrk="1" latinLnBrk="0" hangingPunct="1">
        <a:spcBef>
          <a:spcPct val="20000"/>
        </a:spcBef>
        <a:buClr>
          <a:srgbClr val="1B8BD5"/>
        </a:buClr>
        <a:buFont typeface="Lucida Grande"/>
        <a:buChar char="»"/>
        <a:defRPr sz="2800" kern="1100" spc="50" normalizeH="0" baseline="0">
          <a:solidFill>
            <a:schemeClr val="tx2">
              <a:lumMod val="75000"/>
            </a:schemeClr>
          </a:solidFill>
          <a:latin typeface="Whitney-Book"/>
          <a:ea typeface="+mn-ea"/>
          <a:cs typeface="+mn-cs"/>
        </a:defRPr>
      </a:lvl1pPr>
      <a:lvl2pPr marL="742950" indent="-285750" algn="l" defTabSz="457200" rtl="0" eaLnBrk="1" latinLnBrk="0" hangingPunct="1">
        <a:spcBef>
          <a:spcPct val="20000"/>
        </a:spcBef>
        <a:buClr>
          <a:srgbClr val="1B8BD5"/>
        </a:buClr>
        <a:buFont typeface="Lucida Grande"/>
        <a:buChar char="»"/>
        <a:defRPr sz="2600" kern="1100" spc="50" normalizeH="0" baseline="0">
          <a:solidFill>
            <a:schemeClr val="tx2">
              <a:lumMod val="75000"/>
            </a:schemeClr>
          </a:solidFill>
          <a:latin typeface="Whitney-Book"/>
          <a:ea typeface="+mn-ea"/>
          <a:cs typeface="+mn-cs"/>
        </a:defRPr>
      </a:lvl2pPr>
      <a:lvl3pPr marL="1143000" indent="-228600" algn="l" defTabSz="457200" rtl="0" eaLnBrk="1" latinLnBrk="0" hangingPunct="1">
        <a:spcBef>
          <a:spcPct val="20000"/>
        </a:spcBef>
        <a:buClr>
          <a:srgbClr val="1B8BD5"/>
        </a:buClr>
        <a:buFont typeface="Lucida Grande"/>
        <a:buChar char="»"/>
        <a:defRPr sz="2200" kern="1100" spc="50" normalizeH="0" baseline="0">
          <a:solidFill>
            <a:schemeClr val="tx2">
              <a:lumMod val="75000"/>
            </a:schemeClr>
          </a:solidFill>
          <a:latin typeface="Whitney-Book"/>
          <a:ea typeface="+mn-ea"/>
          <a:cs typeface="+mn-cs"/>
        </a:defRPr>
      </a:lvl3pPr>
      <a:lvl4pPr marL="16002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4pPr>
      <a:lvl5pPr marL="20574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descr="AndersonLogo_TITN.gif"/>
          <p:cNvPicPr>
            <a:picLocks noChangeAspect="1"/>
          </p:cNvPicPr>
          <p:nvPr userDrawn="1"/>
        </p:nvPicPr>
        <p:blipFill>
          <a:blip r:embed="rId16" cstate="screen">
            <a:extLst>
              <a:ext uri="{28A0092B-C50C-407E-A947-70E740481C1C}">
                <a14:useLocalDpi xmlns:a14="http://schemas.microsoft.com/office/drawing/2010/main"/>
              </a:ext>
            </a:extLst>
          </a:blip>
          <a:stretch>
            <a:fillRect/>
          </a:stretch>
        </p:blipFill>
        <p:spPr>
          <a:xfrm>
            <a:off x="684045" y="6073371"/>
            <a:ext cx="2194560" cy="422910"/>
          </a:xfrm>
          <a:prstGeom prst="rect">
            <a:avLst/>
          </a:prstGeom>
        </p:spPr>
      </p:pic>
      <p:sp>
        <p:nvSpPr>
          <p:cNvPr id="2" name="Title Placeholder 1"/>
          <p:cNvSpPr>
            <a:spLocks noGrp="1"/>
          </p:cNvSpPr>
          <p:nvPr>
            <p:ph type="title"/>
          </p:nvPr>
        </p:nvSpPr>
        <p:spPr>
          <a:xfrm>
            <a:off x="457200" y="127215"/>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419985"/>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154645" y="6484067"/>
            <a:ext cx="2133600" cy="365125"/>
          </a:xfrm>
          <a:prstGeom prst="rect">
            <a:avLst/>
          </a:prstGeom>
        </p:spPr>
        <p:txBody>
          <a:bodyPr vert="horz" lIns="91440" tIns="45720" rIns="91440" bIns="45720" rtlCol="0" anchor="ctr"/>
          <a:lstStyle>
            <a:lvl1pPr algn="l">
              <a:defRPr sz="800" kern="800" spc="400">
                <a:solidFill>
                  <a:schemeClr val="tx1">
                    <a:lumMod val="75000"/>
                    <a:lumOff val="25000"/>
                  </a:schemeClr>
                </a:solidFill>
                <a:latin typeface=""/>
              </a:defRPr>
            </a:lvl1pPr>
          </a:lstStyle>
          <a:p>
            <a:fld id="{4E0049A5-3BC7-C248-9551-30ECA52D2877}" type="datetime1">
              <a:rPr lang="en-US" smtClean="0">
                <a:solidFill>
                  <a:prstClr val="black">
                    <a:lumMod val="75000"/>
                    <a:lumOff val="25000"/>
                  </a:prstClr>
                </a:solidFill>
              </a:rPr>
              <a:pPr/>
              <a:t>1/26/2022</a:t>
            </a:fld>
            <a:endParaRPr lang="en-US" dirty="0">
              <a:solidFill>
                <a:prstClr val="black">
                  <a:lumMod val="75000"/>
                  <a:lumOff val="25000"/>
                </a:prstClr>
              </a:solidFill>
            </a:endParaRPr>
          </a:p>
        </p:txBody>
      </p:sp>
      <p:sp>
        <p:nvSpPr>
          <p:cNvPr id="5" name="Footer Placeholder 4"/>
          <p:cNvSpPr>
            <a:spLocks noGrp="1"/>
          </p:cNvSpPr>
          <p:nvPr>
            <p:ph type="ftr" sz="quarter" idx="3"/>
          </p:nvPr>
        </p:nvSpPr>
        <p:spPr>
          <a:xfrm>
            <a:off x="3124200" y="6492876"/>
            <a:ext cx="2895600" cy="365125"/>
          </a:xfrm>
          <a:prstGeom prst="rect">
            <a:avLst/>
          </a:prstGeom>
        </p:spPr>
        <p:txBody>
          <a:bodyPr vert="horz" lIns="91440" tIns="45720" rIns="91440" bIns="45720" rtlCol="0" anchor="ctr"/>
          <a:lstStyle>
            <a:lvl1pPr algn="ctr">
              <a:defRPr sz="800" b="1" i="0" kern="800" cap="all" spc="300">
                <a:solidFill>
                  <a:schemeClr val="bg1">
                    <a:lumMod val="50000"/>
                  </a:schemeClr>
                </a:solidFill>
              </a:defRPr>
            </a:lvl1pPr>
          </a:lstStyle>
          <a:p>
            <a:endParaRPr lang="en-US" dirty="0">
              <a:solidFill>
                <a:prstClr val="white">
                  <a:lumMod val="50000"/>
                </a:prstClr>
              </a:solidFill>
            </a:endParaRPr>
          </a:p>
        </p:txBody>
      </p:sp>
      <p:sp>
        <p:nvSpPr>
          <p:cNvPr id="6" name="Slide Number Placeholder 5"/>
          <p:cNvSpPr>
            <a:spLocks noGrp="1"/>
          </p:cNvSpPr>
          <p:nvPr>
            <p:ph type="sldNum" sz="quarter" idx="4"/>
          </p:nvPr>
        </p:nvSpPr>
        <p:spPr>
          <a:xfrm>
            <a:off x="6723295" y="6490335"/>
            <a:ext cx="2133600" cy="365125"/>
          </a:xfrm>
          <a:prstGeom prst="rect">
            <a:avLst/>
          </a:prstGeom>
        </p:spPr>
        <p:txBody>
          <a:bodyPr vert="horz" lIns="91440" tIns="45720" rIns="91440" bIns="45720" rtlCol="0" anchor="ctr"/>
          <a:lstStyle>
            <a:lvl1pPr algn="r">
              <a:defRPr sz="1000" spc="300">
                <a:solidFill>
                  <a:schemeClr val="tx1">
                    <a:lumMod val="65000"/>
                    <a:lumOff val="35000"/>
                  </a:schemeClr>
                </a:solidFill>
                <a:latin typeface="Trebuchet MS"/>
              </a:defRPr>
            </a:lvl1pPr>
          </a:lstStyle>
          <a:p>
            <a:fld id="{0F3206DB-9488-D04D-BDD1-A7C9D84C4579}" type="slidenum">
              <a:rPr lang="en-US" smtClean="0">
                <a:solidFill>
                  <a:prstClr val="black">
                    <a:lumMod val="65000"/>
                    <a:lumOff val="35000"/>
                  </a:prstClr>
                </a:solidFill>
              </a:rPr>
              <a:pPr/>
              <a:t>‹#›</a:t>
            </a:fld>
            <a:endParaRPr lang="en-US" dirty="0">
              <a:solidFill>
                <a:prstClr val="black">
                  <a:lumMod val="65000"/>
                  <a:lumOff val="35000"/>
                </a:prstClr>
              </a:solidFill>
            </a:endParaRPr>
          </a:p>
        </p:txBody>
      </p:sp>
    </p:spTree>
    <p:extLst>
      <p:ext uri="{BB962C8B-B14F-4D97-AF65-F5344CB8AC3E}">
        <p14:creationId xmlns:p14="http://schemas.microsoft.com/office/powerpoint/2010/main" val="847157103"/>
      </p:ext>
    </p:extLst>
  </p:cSld>
  <p:clrMap bg1="lt1" tx1="dk1" bg2="lt2" tx2="dk2" accent1="accent1" accent2="accent2" accent3="accent3" accent4="accent4" accent5="accent5" accent6="accent6" hlink="hlink" folHlink="folHlink"/>
  <p:sldLayoutIdLst>
    <p:sldLayoutId id="2147483770" r:id="rId1"/>
    <p:sldLayoutId id="2147483771" r:id="rId2"/>
    <p:sldLayoutId id="2147483772" r:id="rId3"/>
    <p:sldLayoutId id="2147483773" r:id="rId4"/>
    <p:sldLayoutId id="2147483774" r:id="rId5"/>
    <p:sldLayoutId id="2147483775" r:id="rId6"/>
    <p:sldLayoutId id="2147483776" r:id="rId7"/>
    <p:sldLayoutId id="2147483777" r:id="rId8"/>
    <p:sldLayoutId id="2147483778" r:id="rId9"/>
    <p:sldLayoutId id="2147483779" r:id="rId10"/>
    <p:sldLayoutId id="2147483780" r:id="rId11"/>
    <p:sldLayoutId id="2147483781" r:id="rId12"/>
    <p:sldLayoutId id="2147483782" r:id="rId13"/>
    <p:sldLayoutId id="2147483783" r:id="rId14"/>
  </p:sldLayoutIdLst>
  <p:hf hdr="0" ftr="0" dt="0"/>
  <p:txStyles>
    <p:titleStyle>
      <a:lvl1pPr algn="ctr" defTabSz="457200" rtl="0" eaLnBrk="1" latinLnBrk="0" hangingPunct="1">
        <a:spcBef>
          <a:spcPct val="0"/>
        </a:spcBef>
        <a:buNone/>
        <a:defRPr sz="3000" kern="1200" cap="all" spc="200">
          <a:solidFill>
            <a:schemeClr val="tx2">
              <a:lumMod val="50000"/>
            </a:schemeClr>
          </a:solidFill>
          <a:latin typeface="Whitney-Medium"/>
          <a:ea typeface="+mj-ea"/>
          <a:cs typeface="+mj-cs"/>
        </a:defRPr>
      </a:lvl1pPr>
    </p:titleStyle>
    <p:bodyStyle>
      <a:lvl1pPr marL="342900" indent="-342900" algn="l" defTabSz="457200" rtl="0" eaLnBrk="1" latinLnBrk="0" hangingPunct="1">
        <a:spcBef>
          <a:spcPct val="20000"/>
        </a:spcBef>
        <a:buClr>
          <a:srgbClr val="1B8BD5"/>
        </a:buClr>
        <a:buFont typeface="Lucida Grande"/>
        <a:buChar char="»"/>
        <a:defRPr sz="2800" kern="1100" spc="50" normalizeH="0" baseline="0">
          <a:solidFill>
            <a:schemeClr val="tx2">
              <a:lumMod val="75000"/>
            </a:schemeClr>
          </a:solidFill>
          <a:latin typeface="Whitney-Book"/>
          <a:ea typeface="+mn-ea"/>
          <a:cs typeface="+mn-cs"/>
        </a:defRPr>
      </a:lvl1pPr>
      <a:lvl2pPr marL="742950" indent="-285750" algn="l" defTabSz="457200" rtl="0" eaLnBrk="1" latinLnBrk="0" hangingPunct="1">
        <a:spcBef>
          <a:spcPct val="20000"/>
        </a:spcBef>
        <a:buClr>
          <a:srgbClr val="1B8BD5"/>
        </a:buClr>
        <a:buFont typeface="Lucida Grande"/>
        <a:buChar char="»"/>
        <a:defRPr sz="2600" kern="1100" spc="50" normalizeH="0" baseline="0">
          <a:solidFill>
            <a:schemeClr val="tx2">
              <a:lumMod val="75000"/>
            </a:schemeClr>
          </a:solidFill>
          <a:latin typeface="Whitney-Book"/>
          <a:ea typeface="+mn-ea"/>
          <a:cs typeface="+mn-cs"/>
        </a:defRPr>
      </a:lvl2pPr>
      <a:lvl3pPr marL="1143000" indent="-228600" algn="l" defTabSz="457200" rtl="0" eaLnBrk="1" latinLnBrk="0" hangingPunct="1">
        <a:spcBef>
          <a:spcPct val="20000"/>
        </a:spcBef>
        <a:buClr>
          <a:srgbClr val="1B8BD5"/>
        </a:buClr>
        <a:buFont typeface="Lucida Grande"/>
        <a:buChar char="»"/>
        <a:defRPr sz="2200" kern="1100" spc="50" normalizeH="0" baseline="0">
          <a:solidFill>
            <a:schemeClr val="tx2">
              <a:lumMod val="75000"/>
            </a:schemeClr>
          </a:solidFill>
          <a:latin typeface="Whitney-Book"/>
          <a:ea typeface="+mn-ea"/>
          <a:cs typeface="+mn-cs"/>
        </a:defRPr>
      </a:lvl3pPr>
      <a:lvl4pPr marL="16002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4pPr>
      <a:lvl5pPr marL="20574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descr="AndersonLogo_TITN.gif"/>
          <p:cNvPicPr>
            <a:picLocks noChangeAspect="1"/>
          </p:cNvPicPr>
          <p:nvPr userDrawn="1"/>
        </p:nvPicPr>
        <p:blipFill>
          <a:blip r:embed="rId17" cstate="screen">
            <a:extLst>
              <a:ext uri="{28A0092B-C50C-407E-A947-70E740481C1C}">
                <a14:useLocalDpi xmlns:a14="http://schemas.microsoft.com/office/drawing/2010/main"/>
              </a:ext>
            </a:extLst>
          </a:blip>
          <a:stretch>
            <a:fillRect/>
          </a:stretch>
        </p:blipFill>
        <p:spPr>
          <a:xfrm>
            <a:off x="684045" y="6073371"/>
            <a:ext cx="2194560" cy="422910"/>
          </a:xfrm>
          <a:prstGeom prst="rect">
            <a:avLst/>
          </a:prstGeom>
        </p:spPr>
      </p:pic>
      <p:sp>
        <p:nvSpPr>
          <p:cNvPr id="2" name="Title Placeholder 1"/>
          <p:cNvSpPr>
            <a:spLocks noGrp="1"/>
          </p:cNvSpPr>
          <p:nvPr>
            <p:ph type="title"/>
          </p:nvPr>
        </p:nvSpPr>
        <p:spPr>
          <a:xfrm>
            <a:off x="457200" y="127215"/>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419985"/>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154645" y="6484067"/>
            <a:ext cx="2133600" cy="365125"/>
          </a:xfrm>
          <a:prstGeom prst="rect">
            <a:avLst/>
          </a:prstGeom>
        </p:spPr>
        <p:txBody>
          <a:bodyPr vert="horz" lIns="91440" tIns="45720" rIns="91440" bIns="45720" rtlCol="0" anchor="ctr"/>
          <a:lstStyle>
            <a:lvl1pPr algn="l">
              <a:defRPr sz="800" kern="800" spc="400">
                <a:solidFill>
                  <a:schemeClr val="tx1">
                    <a:lumMod val="75000"/>
                    <a:lumOff val="25000"/>
                  </a:schemeClr>
                </a:solidFill>
                <a:latin typeface=""/>
              </a:defRPr>
            </a:lvl1pPr>
          </a:lstStyle>
          <a:p>
            <a:fld id="{84078B1F-B2EE-D743-B0A9-AD5D4736074E}" type="datetime1">
              <a:rPr lang="en-US" smtClean="0"/>
              <a:t>1/26/2022</a:t>
            </a:fld>
            <a:endParaRPr lang="en-US" dirty="0"/>
          </a:p>
        </p:txBody>
      </p:sp>
      <p:sp>
        <p:nvSpPr>
          <p:cNvPr id="5" name="Footer Placeholder 4"/>
          <p:cNvSpPr>
            <a:spLocks noGrp="1"/>
          </p:cNvSpPr>
          <p:nvPr>
            <p:ph type="ftr" sz="quarter" idx="3"/>
          </p:nvPr>
        </p:nvSpPr>
        <p:spPr>
          <a:xfrm>
            <a:off x="3124200" y="6492876"/>
            <a:ext cx="2895600" cy="365125"/>
          </a:xfrm>
          <a:prstGeom prst="rect">
            <a:avLst/>
          </a:prstGeom>
        </p:spPr>
        <p:txBody>
          <a:bodyPr vert="horz" lIns="91440" tIns="45720" rIns="91440" bIns="45720" rtlCol="0" anchor="ctr"/>
          <a:lstStyle>
            <a:lvl1pPr algn="ctr">
              <a:defRPr sz="800" b="1" i="0" kern="800" cap="all" spc="300">
                <a:solidFill>
                  <a:schemeClr val="bg1">
                    <a:lumMod val="50000"/>
                  </a:schemeClr>
                </a:solidFill>
              </a:defRPr>
            </a:lvl1pPr>
          </a:lstStyle>
          <a:p>
            <a:endParaRPr lang="en-US" dirty="0"/>
          </a:p>
        </p:txBody>
      </p:sp>
      <p:sp>
        <p:nvSpPr>
          <p:cNvPr id="6" name="Slide Number Placeholder 5"/>
          <p:cNvSpPr>
            <a:spLocks noGrp="1"/>
          </p:cNvSpPr>
          <p:nvPr>
            <p:ph type="sldNum" sz="quarter" idx="4"/>
          </p:nvPr>
        </p:nvSpPr>
        <p:spPr>
          <a:xfrm>
            <a:off x="6723295" y="6490335"/>
            <a:ext cx="2133600" cy="365125"/>
          </a:xfrm>
          <a:prstGeom prst="rect">
            <a:avLst/>
          </a:prstGeom>
        </p:spPr>
        <p:txBody>
          <a:bodyPr vert="horz" lIns="91440" tIns="45720" rIns="91440" bIns="45720" rtlCol="0" anchor="ctr"/>
          <a:lstStyle>
            <a:lvl1pPr algn="r">
              <a:defRPr sz="1000" spc="300">
                <a:solidFill>
                  <a:schemeClr val="tx1">
                    <a:lumMod val="65000"/>
                    <a:lumOff val="35000"/>
                  </a:schemeClr>
                </a:solidFill>
                <a:latin typeface="Trebuchet MS"/>
              </a:defRPr>
            </a:lvl1pPr>
          </a:lstStyle>
          <a:p>
            <a:fld id="{0F3206DB-9488-D04D-BDD1-A7C9D84C4579}" type="slidenum">
              <a:rPr lang="en-US" smtClean="0"/>
              <a:pPr/>
              <a:t>‹#›</a:t>
            </a:fld>
            <a:endParaRPr lang="en-US" dirty="0"/>
          </a:p>
        </p:txBody>
      </p:sp>
    </p:spTree>
    <p:extLst>
      <p:ext uri="{BB962C8B-B14F-4D97-AF65-F5344CB8AC3E}">
        <p14:creationId xmlns:p14="http://schemas.microsoft.com/office/powerpoint/2010/main" val="3497365116"/>
      </p:ext>
    </p:extLst>
  </p:cSld>
  <p:clrMap bg1="lt1" tx1="dk1" bg2="lt2" tx2="dk2" accent1="accent1" accent2="accent2" accent3="accent3" accent4="accent4" accent5="accent5" accent6="accent6" hlink="hlink" folHlink="folHlink"/>
  <p:sldLayoutIdLst>
    <p:sldLayoutId id="2147483820" r:id="rId1"/>
    <p:sldLayoutId id="2147483821" r:id="rId2"/>
    <p:sldLayoutId id="2147483822" r:id="rId3"/>
    <p:sldLayoutId id="2147483823" r:id="rId4"/>
    <p:sldLayoutId id="2147483824" r:id="rId5"/>
    <p:sldLayoutId id="2147483825" r:id="rId6"/>
    <p:sldLayoutId id="2147483826" r:id="rId7"/>
    <p:sldLayoutId id="2147483827" r:id="rId8"/>
    <p:sldLayoutId id="2147483828" r:id="rId9"/>
    <p:sldLayoutId id="2147483829" r:id="rId10"/>
    <p:sldLayoutId id="2147483830" r:id="rId11"/>
    <p:sldLayoutId id="2147483831" r:id="rId12"/>
    <p:sldLayoutId id="2147483832" r:id="rId13"/>
    <p:sldLayoutId id="2147483833" r:id="rId14"/>
    <p:sldLayoutId id="2147483834" r:id="rId15"/>
  </p:sldLayoutIdLst>
  <p:hf hdr="0" ftr="0" dt="0"/>
  <p:txStyles>
    <p:titleStyle>
      <a:lvl1pPr algn="ctr" defTabSz="457200" rtl="0" eaLnBrk="1" latinLnBrk="0" hangingPunct="1">
        <a:spcBef>
          <a:spcPct val="0"/>
        </a:spcBef>
        <a:buNone/>
        <a:defRPr sz="3000" kern="1200" cap="all" spc="200">
          <a:solidFill>
            <a:schemeClr val="tx2">
              <a:lumMod val="50000"/>
            </a:schemeClr>
          </a:solidFill>
          <a:latin typeface="Whitney-Medium"/>
          <a:ea typeface="+mj-ea"/>
          <a:cs typeface="+mj-cs"/>
        </a:defRPr>
      </a:lvl1pPr>
    </p:titleStyle>
    <p:bodyStyle>
      <a:lvl1pPr marL="342900" indent="-342900" algn="l" defTabSz="457200" rtl="0" eaLnBrk="1" latinLnBrk="0" hangingPunct="1">
        <a:spcBef>
          <a:spcPct val="20000"/>
        </a:spcBef>
        <a:buClr>
          <a:srgbClr val="1B8BD5"/>
        </a:buClr>
        <a:buFont typeface="Lucida Grande"/>
        <a:buChar char="»"/>
        <a:defRPr sz="2800" kern="1100" spc="50" normalizeH="0" baseline="0">
          <a:solidFill>
            <a:schemeClr val="tx2">
              <a:lumMod val="75000"/>
            </a:schemeClr>
          </a:solidFill>
          <a:latin typeface="Whitney-Book"/>
          <a:ea typeface="+mn-ea"/>
          <a:cs typeface="+mn-cs"/>
        </a:defRPr>
      </a:lvl1pPr>
      <a:lvl2pPr marL="742950" indent="-285750" algn="l" defTabSz="457200" rtl="0" eaLnBrk="1" latinLnBrk="0" hangingPunct="1">
        <a:spcBef>
          <a:spcPct val="20000"/>
        </a:spcBef>
        <a:buClr>
          <a:srgbClr val="1B8BD5"/>
        </a:buClr>
        <a:buFont typeface="Lucida Grande"/>
        <a:buChar char="»"/>
        <a:defRPr sz="2600" kern="1100" spc="50" normalizeH="0" baseline="0">
          <a:solidFill>
            <a:schemeClr val="tx2">
              <a:lumMod val="75000"/>
            </a:schemeClr>
          </a:solidFill>
          <a:latin typeface="Whitney-Book"/>
          <a:ea typeface="+mn-ea"/>
          <a:cs typeface="+mn-cs"/>
        </a:defRPr>
      </a:lvl2pPr>
      <a:lvl3pPr marL="1143000" indent="-228600" algn="l" defTabSz="457200" rtl="0" eaLnBrk="1" latinLnBrk="0" hangingPunct="1">
        <a:spcBef>
          <a:spcPct val="20000"/>
        </a:spcBef>
        <a:buClr>
          <a:srgbClr val="1B8BD5"/>
        </a:buClr>
        <a:buFont typeface="Lucida Grande"/>
        <a:buChar char="»"/>
        <a:defRPr sz="2200" kern="1100" spc="50" normalizeH="0" baseline="0">
          <a:solidFill>
            <a:schemeClr val="tx2">
              <a:lumMod val="75000"/>
            </a:schemeClr>
          </a:solidFill>
          <a:latin typeface="Whitney-Book"/>
          <a:ea typeface="+mn-ea"/>
          <a:cs typeface="+mn-cs"/>
        </a:defRPr>
      </a:lvl3pPr>
      <a:lvl4pPr marL="16002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4pPr>
      <a:lvl5pPr marL="20574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descr="AndersonLogo_TITN.gif"/>
          <p:cNvPicPr>
            <a:picLocks noChangeAspect="1"/>
          </p:cNvPicPr>
          <p:nvPr userDrawn="1"/>
        </p:nvPicPr>
        <p:blipFill>
          <a:blip r:embed="rId17" cstate="screen">
            <a:extLst>
              <a:ext uri="{28A0092B-C50C-407E-A947-70E740481C1C}">
                <a14:useLocalDpi xmlns:a14="http://schemas.microsoft.com/office/drawing/2010/main"/>
              </a:ext>
            </a:extLst>
          </a:blip>
          <a:stretch>
            <a:fillRect/>
          </a:stretch>
        </p:blipFill>
        <p:spPr>
          <a:xfrm>
            <a:off x="684045" y="6073371"/>
            <a:ext cx="2194560" cy="422910"/>
          </a:xfrm>
          <a:prstGeom prst="rect">
            <a:avLst/>
          </a:prstGeom>
        </p:spPr>
      </p:pic>
      <p:sp>
        <p:nvSpPr>
          <p:cNvPr id="2" name="Title Placeholder 1"/>
          <p:cNvSpPr>
            <a:spLocks noGrp="1"/>
          </p:cNvSpPr>
          <p:nvPr>
            <p:ph type="title"/>
          </p:nvPr>
        </p:nvSpPr>
        <p:spPr>
          <a:xfrm>
            <a:off x="457200" y="127215"/>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419985"/>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154645" y="6484067"/>
            <a:ext cx="2133600" cy="365125"/>
          </a:xfrm>
          <a:prstGeom prst="rect">
            <a:avLst/>
          </a:prstGeom>
        </p:spPr>
        <p:txBody>
          <a:bodyPr vert="horz" lIns="91440" tIns="45720" rIns="91440" bIns="45720" rtlCol="0" anchor="ctr"/>
          <a:lstStyle>
            <a:lvl1pPr algn="l">
              <a:defRPr sz="800" kern="800" spc="400">
                <a:solidFill>
                  <a:schemeClr val="tx1">
                    <a:lumMod val="75000"/>
                    <a:lumOff val="25000"/>
                  </a:schemeClr>
                </a:solidFill>
                <a:latin typeface=""/>
              </a:defRPr>
            </a:lvl1pPr>
          </a:lstStyle>
          <a:p>
            <a:fld id="{8E90A6E0-D48F-F943-96BF-CEC2ED7DA21A}" type="datetime1">
              <a:rPr lang="en-US" smtClean="0">
                <a:solidFill>
                  <a:prstClr val="black">
                    <a:lumMod val="75000"/>
                    <a:lumOff val="25000"/>
                  </a:prstClr>
                </a:solidFill>
              </a:rPr>
              <a:pPr/>
              <a:t>1/26/2022</a:t>
            </a:fld>
            <a:endParaRPr lang="en-US" dirty="0">
              <a:solidFill>
                <a:prstClr val="black">
                  <a:lumMod val="75000"/>
                  <a:lumOff val="25000"/>
                </a:prstClr>
              </a:solidFill>
            </a:endParaRPr>
          </a:p>
        </p:txBody>
      </p:sp>
      <p:sp>
        <p:nvSpPr>
          <p:cNvPr id="5" name="Footer Placeholder 4"/>
          <p:cNvSpPr>
            <a:spLocks noGrp="1"/>
          </p:cNvSpPr>
          <p:nvPr>
            <p:ph type="ftr" sz="quarter" idx="3"/>
          </p:nvPr>
        </p:nvSpPr>
        <p:spPr>
          <a:xfrm>
            <a:off x="3124200" y="6492876"/>
            <a:ext cx="2895600" cy="365125"/>
          </a:xfrm>
          <a:prstGeom prst="rect">
            <a:avLst/>
          </a:prstGeom>
        </p:spPr>
        <p:txBody>
          <a:bodyPr vert="horz" lIns="91440" tIns="45720" rIns="91440" bIns="45720" rtlCol="0" anchor="ctr"/>
          <a:lstStyle>
            <a:lvl1pPr algn="ctr">
              <a:defRPr sz="800" b="1" i="0" kern="800" cap="all" spc="300">
                <a:solidFill>
                  <a:schemeClr val="bg1">
                    <a:lumMod val="50000"/>
                  </a:schemeClr>
                </a:solidFill>
              </a:defRPr>
            </a:lvl1pPr>
          </a:lstStyle>
          <a:p>
            <a:endParaRPr lang="en-US" dirty="0">
              <a:solidFill>
                <a:prstClr val="white">
                  <a:lumMod val="50000"/>
                </a:prstClr>
              </a:solidFill>
            </a:endParaRPr>
          </a:p>
        </p:txBody>
      </p:sp>
      <p:sp>
        <p:nvSpPr>
          <p:cNvPr id="6" name="Slide Number Placeholder 5"/>
          <p:cNvSpPr>
            <a:spLocks noGrp="1"/>
          </p:cNvSpPr>
          <p:nvPr>
            <p:ph type="sldNum" sz="quarter" idx="4"/>
          </p:nvPr>
        </p:nvSpPr>
        <p:spPr>
          <a:xfrm>
            <a:off x="6723295" y="6490335"/>
            <a:ext cx="2133600" cy="365125"/>
          </a:xfrm>
          <a:prstGeom prst="rect">
            <a:avLst/>
          </a:prstGeom>
        </p:spPr>
        <p:txBody>
          <a:bodyPr vert="horz" lIns="91440" tIns="45720" rIns="91440" bIns="45720" rtlCol="0" anchor="ctr"/>
          <a:lstStyle>
            <a:lvl1pPr algn="r">
              <a:defRPr sz="1000" spc="300">
                <a:solidFill>
                  <a:schemeClr val="tx1">
                    <a:lumMod val="65000"/>
                    <a:lumOff val="35000"/>
                  </a:schemeClr>
                </a:solidFill>
                <a:latin typeface="Trebuchet MS"/>
              </a:defRPr>
            </a:lvl1pPr>
          </a:lstStyle>
          <a:p>
            <a:fld id="{0F3206DB-9488-D04D-BDD1-A7C9D84C4579}" type="slidenum">
              <a:rPr lang="en-US" smtClean="0">
                <a:solidFill>
                  <a:prstClr val="black">
                    <a:lumMod val="65000"/>
                    <a:lumOff val="35000"/>
                  </a:prstClr>
                </a:solidFill>
              </a:rPr>
              <a:pPr/>
              <a:t>‹#›</a:t>
            </a:fld>
            <a:endParaRPr lang="en-US" dirty="0">
              <a:solidFill>
                <a:prstClr val="black">
                  <a:lumMod val="65000"/>
                  <a:lumOff val="35000"/>
                </a:prstClr>
              </a:solidFill>
            </a:endParaRPr>
          </a:p>
        </p:txBody>
      </p:sp>
    </p:spTree>
    <p:extLst>
      <p:ext uri="{BB962C8B-B14F-4D97-AF65-F5344CB8AC3E}">
        <p14:creationId xmlns:p14="http://schemas.microsoft.com/office/powerpoint/2010/main" val="2087325818"/>
      </p:ext>
    </p:extLst>
  </p:cSld>
  <p:clrMap bg1="lt1" tx1="dk1" bg2="lt2" tx2="dk2" accent1="accent1" accent2="accent2" accent3="accent3" accent4="accent4" accent5="accent5" accent6="accent6" hlink="hlink" folHlink="folHlink"/>
  <p:sldLayoutIdLst>
    <p:sldLayoutId id="2147483836" r:id="rId1"/>
    <p:sldLayoutId id="2147483837" r:id="rId2"/>
    <p:sldLayoutId id="2147483838" r:id="rId3"/>
    <p:sldLayoutId id="2147483839" r:id="rId4"/>
    <p:sldLayoutId id="2147483840" r:id="rId5"/>
    <p:sldLayoutId id="2147483841" r:id="rId6"/>
    <p:sldLayoutId id="2147483842" r:id="rId7"/>
    <p:sldLayoutId id="2147483843" r:id="rId8"/>
    <p:sldLayoutId id="2147483844" r:id="rId9"/>
    <p:sldLayoutId id="2147483845" r:id="rId10"/>
    <p:sldLayoutId id="2147483846" r:id="rId11"/>
    <p:sldLayoutId id="2147483847" r:id="rId12"/>
    <p:sldLayoutId id="2147483848" r:id="rId13"/>
    <p:sldLayoutId id="2147483849" r:id="rId14"/>
    <p:sldLayoutId id="2147483850" r:id="rId15"/>
  </p:sldLayoutIdLst>
  <p:hf hdr="0" ftr="0" dt="0"/>
  <p:txStyles>
    <p:titleStyle>
      <a:lvl1pPr algn="ctr" defTabSz="457200" rtl="0" eaLnBrk="1" latinLnBrk="0" hangingPunct="1">
        <a:spcBef>
          <a:spcPct val="0"/>
        </a:spcBef>
        <a:buNone/>
        <a:defRPr sz="3000" kern="1200" cap="all" spc="200">
          <a:solidFill>
            <a:schemeClr val="tx2">
              <a:lumMod val="50000"/>
            </a:schemeClr>
          </a:solidFill>
          <a:latin typeface="Whitney-Medium"/>
          <a:ea typeface="+mj-ea"/>
          <a:cs typeface="+mj-cs"/>
        </a:defRPr>
      </a:lvl1pPr>
    </p:titleStyle>
    <p:bodyStyle>
      <a:lvl1pPr marL="342900" indent="-342900" algn="l" defTabSz="457200" rtl="0" eaLnBrk="1" latinLnBrk="0" hangingPunct="1">
        <a:spcBef>
          <a:spcPct val="20000"/>
        </a:spcBef>
        <a:buClr>
          <a:srgbClr val="1B8BD5"/>
        </a:buClr>
        <a:buFont typeface="Lucida Grande"/>
        <a:buChar char="»"/>
        <a:defRPr sz="2800" kern="1100" spc="50" normalizeH="0" baseline="0">
          <a:solidFill>
            <a:schemeClr val="tx2">
              <a:lumMod val="75000"/>
            </a:schemeClr>
          </a:solidFill>
          <a:latin typeface="Whitney-Book"/>
          <a:ea typeface="+mn-ea"/>
          <a:cs typeface="+mn-cs"/>
        </a:defRPr>
      </a:lvl1pPr>
      <a:lvl2pPr marL="742950" indent="-285750" algn="l" defTabSz="457200" rtl="0" eaLnBrk="1" latinLnBrk="0" hangingPunct="1">
        <a:spcBef>
          <a:spcPct val="20000"/>
        </a:spcBef>
        <a:buClr>
          <a:srgbClr val="1B8BD5"/>
        </a:buClr>
        <a:buFont typeface="Lucida Grande"/>
        <a:buChar char="»"/>
        <a:defRPr sz="2600" kern="1100" spc="50" normalizeH="0" baseline="0">
          <a:solidFill>
            <a:schemeClr val="tx2">
              <a:lumMod val="75000"/>
            </a:schemeClr>
          </a:solidFill>
          <a:latin typeface="Whitney-Book"/>
          <a:ea typeface="+mn-ea"/>
          <a:cs typeface="+mn-cs"/>
        </a:defRPr>
      </a:lvl2pPr>
      <a:lvl3pPr marL="1143000" indent="-228600" algn="l" defTabSz="457200" rtl="0" eaLnBrk="1" latinLnBrk="0" hangingPunct="1">
        <a:spcBef>
          <a:spcPct val="20000"/>
        </a:spcBef>
        <a:buClr>
          <a:srgbClr val="1B8BD5"/>
        </a:buClr>
        <a:buFont typeface="Lucida Grande"/>
        <a:buChar char="»"/>
        <a:defRPr sz="2200" kern="1100" spc="50" normalizeH="0" baseline="0">
          <a:solidFill>
            <a:schemeClr val="tx2">
              <a:lumMod val="75000"/>
            </a:schemeClr>
          </a:solidFill>
          <a:latin typeface="Whitney-Book"/>
          <a:ea typeface="+mn-ea"/>
          <a:cs typeface="+mn-cs"/>
        </a:defRPr>
      </a:lvl3pPr>
      <a:lvl4pPr marL="16002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4pPr>
      <a:lvl5pPr marL="2057400" indent="-228600" algn="l" defTabSz="457200" rtl="0" eaLnBrk="1" latinLnBrk="0" hangingPunct="1">
        <a:spcBef>
          <a:spcPct val="20000"/>
        </a:spcBef>
        <a:buClr>
          <a:srgbClr val="1B8BD5"/>
        </a:buClr>
        <a:buFont typeface="Lucida Grande"/>
        <a:buChar char="»"/>
        <a:defRPr sz="2000" kern="1100" spc="50" normalizeH="0" baseline="0">
          <a:solidFill>
            <a:schemeClr val="tx2">
              <a:lumMod val="75000"/>
            </a:schemeClr>
          </a:solidFill>
          <a:latin typeface="Whitney-Book"/>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15.xml"/><Relationship Id="rId4" Type="http://schemas.microsoft.com/office/2007/relationships/hdphoto" Target="../media/hdphoto1.wdp"/></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15.xml"/><Relationship Id="rId4" Type="http://schemas.microsoft.com/office/2007/relationships/hdphoto" Target="../media/hdphoto1.wdp"/></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6115" y="4406901"/>
            <a:ext cx="7772400" cy="1362075"/>
          </a:xfrm>
        </p:spPr>
        <p:txBody>
          <a:bodyPr>
            <a:normAutofit fontScale="90000"/>
          </a:bodyPr>
          <a:lstStyle/>
          <a:p>
            <a:r>
              <a:rPr lang="en-US" dirty="0"/>
              <a:t>Module 6 – Video 1</a:t>
            </a:r>
            <a:br>
              <a:rPr lang="en-US" dirty="0"/>
            </a:br>
            <a:r>
              <a:rPr lang="en-US" dirty="0"/>
              <a:t>Simple Vs. Complex Pricing – Introduction</a:t>
            </a:r>
            <a:br>
              <a:rPr lang="en-US" dirty="0"/>
            </a:br>
            <a:endParaRPr lang="en-US" b="0" dirty="0"/>
          </a:p>
        </p:txBody>
      </p:sp>
      <p:sp>
        <p:nvSpPr>
          <p:cNvPr id="3" name="Text Placeholder 2"/>
          <p:cNvSpPr>
            <a:spLocks noGrp="1"/>
          </p:cNvSpPr>
          <p:nvPr>
            <p:ph type="body" idx="1"/>
          </p:nvPr>
        </p:nvSpPr>
        <p:spPr/>
        <p:txBody>
          <a:bodyPr>
            <a:normAutofit/>
          </a:bodyPr>
          <a:lstStyle/>
          <a:p>
            <a:r>
              <a:rPr lang="en-US" sz="2400" dirty="0"/>
              <a:t>Professor Nico Voigtländer</a:t>
            </a:r>
          </a:p>
          <a:p>
            <a:r>
              <a:rPr lang="en-US" sz="2400" dirty="0"/>
              <a:t>Management 405: Module 6</a:t>
            </a:r>
          </a:p>
        </p:txBody>
      </p:sp>
      <p:pic>
        <p:nvPicPr>
          <p:cNvPr id="4" name="Picture 4" descr="data:image/png;base64,iVBORw0KGgoAAAANSUhEUgAAAgQAAABiCAMAAAAY7jvKAAAAw1BMVEX///8Qe7YjHyAAdrQAAACEttYAcrLF3OsbFhcgHB0AeLUIAAAdGBkAdbNqaGkPCAr5+flbWVre3t4WEBH09PR6eHkchr0zLzCYl5hUUVI7ODlwbm9VncgUDg/T09MuKivAv8Dn5ufv9fmMiopMSEmlpKWwr69JlsREQUKCgIE3NDXb2tuLiYrDw8PNzMxsamuqqaptq9Dk8Pat0eWQutibxd7Q4+9opcwwjL+4z+PK4O7a7PSbxN4iib681eePttVssNPmOyI8AAAa7UlEQVR4nO2dB3ujPBKACdY6NJvqHgy4EFzjzbZs+XL3/3/VqUtgitfxnXO7nufuy9oSAjMvo5lRQfnw58hP5SbnSeuPkfb9te/l/63c/TFyg+BsubbqLic3CM6Wa6vucnKD4Gy5tuouJzcIzpZrq+5ycoPgbLm26i4nNwjOlmur7nJyg+BsubbqLic3CM6Wa6vucnKD4Gy5tuouJzcIzpZrq+5y0gRB0lthmTtvu2M70szyba28K7m26i4nTRAMQYgF7N92x5a4HXP0Rpbek1xbdZeTJggyS8USrt52x5Y2akVzbxC8Q2mAYK/qBAI9C950x24QvGNpgGAeqlT8+E137AbBO5Z6CIKxziB4Y39wg+AdSz0EO4C7AkwBeFN/cIPgHUs9BBMfMRBFGIL0LXfsBsE7lloIkjGKDcK5i/743bfcsRsE71hqIYix5sC0hw3C2nvDHbtB8I6lFgJXwxAoSxP9NQ8V1ZxpnKbxPil+H+yGPbc3jJEzUQKBM02HT6h8WnkByUY0utnFaVx2GtjSPp1P3Kdtuqv0W5IdOnhTeaYz5Nqqu5zUQRAAojjFw/+wRlLZYeQiGUINHEaRCQBQs3lOP8Fy4du+Bv+fHUogcFJ4GC43B+5OHLbF7Y6gA+LMR9kgCmhj7sCCJwGmOu7GeXPiDEcqbcnKtpK5GuKm3FhRvN4YHR0O3DcmPmW5tupqxfidynUQUAMA9RHhAAFISh4CDYrZVTwXaLhUt8xIeqa9EaDJRtUCkyMINiN6GDpSAy5vumujhsFS2WempuskJkl1k9XWLR/kVLlcmxZvybLNIbcGPRNf40E5WLbFzrS6WId0iiqIVBaUq8rodNCfTqdllB10kl77z4+nc1ADgYN7Az2CNnSOVWgPReEQf+NPgkhTuVg6144nf6+C7TDMQZCqcjF0PjPGT9cnXU9CGsAQrGw9V1sLY3aeYGVauTI9XDCgsCuj+mkqH+67F2LgBAj6TE4vMTrt/rfP31/v7++/f//40uoYxwedoNbOL+VD64R6RGog2ODnH+ttbxV7dAKBPiI649oZUwUkWe57VV3rcguxTzWn61Q/fuTJEIRD2jCCIAWkrh+GvkYPY7T1ALMBGrMHYebJEOhulEMIXGoks1kTn2jNH0VNv7A2Puc1Zdw9fHmWzzH78sAse+cL/e5rs1aNl5nytX0iArUQED3bcwXpFCvN3xcK4b3H/+V3mBmLLk0367CzBj6vQiGYmvSjGY3Hvk+fUGLGifL1jFoKCIFHlOhnve285xJVa2tynpVJGbKgj5LRZv2MoEYgUAln/Br1wVuiHEma7+0rrXlf1NEDa+NfMgRG++HHUWfl3L+0860VkSo78y9Y7xSL0QgBdQSm4n5K/QGFAOkDAPg/9mQPsCqn9Pk0B8v9fvcEmO0nEAQuUTQYxRvP2z8BciISfFALgL7StdCGEBxwY4C4ncEuwqcC2JdM6VWA7jQJgiRdE/YAuc4es0Z6iK6RIqKaQ+Ui0nxvv9KarwXL3PrI2vgmWXvjoWJd6KdOvrVO04mNPqr3ubFeMwR7kjKO5A86L+UQ+NhLi0f0hpN5B1STJp2KslloMgSpSRpjykjxs6oPEulQ1HLU3Q6HjjJCB/sTduYpBiTsKWhog7Dn82QmCWp1YrIYBLq+gg9/cCD4qNagQbsnSvO9ZZb9e0Ednc+0YPbAITDav6pc1mdsCjq8tUY730KG4BSL0QgBcQb9Hv4QELNg8v6AQWBPiBX36MQDbCw21IBzH8yz5O5gjavaYkSKjFWGWJUcArubkLuCq9uiJ3eBbdtgFHBDYPd4Ge23QowMg8Cnx8bRJUZBuDTf3BmtWXwmuWWfcRfeePlReaJ7onUGwa+mJxx5BFCck+ODSgiSDN+xkIbwPaKnLSumEFhj9sWOWGIMzYEaEZGbIUQRCEhfoYdCFY7GXVAOAeBGG9sJYQmUdD6EsgwUZ0E8koEUulInEuuZQiBooxcNSvJNZ0jjve0zCD4WuoMOU/jzC9WT0X+uOg3sDhAExj+sRqPb36Yu5Mn9QSUEO2Kzx9SLSvENtTJ2/+j9tGN+AHG9NDTCQIyyJg02eKqIDlh0KZ2MBKM20hyFwFrwQvJwa9sj1SVE4blB7oC4gTayKjQ6sLgjSJJeqrkrtnSWNN1a+kBCeSg+kqx7/9lnDNRtE4EffdHat4YH3Hih/crzqfFBJQREGVyRCZlZANj9oyHiWHjaCxpGKowHOa0QUC4QBBPqZAYJk4D0B7hxCoE0h4V+Y5vuPN15UsdJfAuicC6kdWyyevQncJPjUAhi5RLSCMEjU1vRLnOV/2QFX3MtO7PZ8/Nsxn4qfvSNh6rWjs7LYsnGmk0QBCTBIsYLuliL/hP9SCCwRsKmSxBQkyw/cCueLEqoEV9nYybZQFDTLZgcNqkBHW3b+iDrLhkIW9ID2bkRgYNJNO8wCEQXpjjUs4nLf/NvSiME35gW+4XM3wuz7DSWN37J7f74/PDSb7f7/W+/CBv40Ret/VOvWoP3Qs3eQwMEabH7pC59RL+og8Azj7veOU8bU5sCzbQQGt8jf6JggRRkRfgcN+joW5oJXPLssz4/10/EBCKUNjyKa/+3ELQ+sJoFrQkT8YohaH2TWr1/vOuQ1LBhtO4eEAa4NxGtNZyWp6ggYyemCiogcIhV1ceHlMqSmmlqe+sgSCgEshMuxg42Um4pL9iKHEMAsQkLFUMXdUPEOKl27spj7b1AwANBp9A3G1zpX/CjaojOwPmYHy9o9WEggb3H1r9YnfqeXvgOysn9QQUECdWUbjKhISENGU+CQI57JQhoptjSimJXQKAkXRDmRwjCdcD8z3cLQYsZ+Z9FCHiuiPT2n3mTz49FA25AlAgErLVZPQStT9IlfjnNNayAYGhWPK06Nb51EATUJ5D7aqk7ILFn5B4LcvPLIIBh5SoLTV8yIfbEKe8O0pBf2JUhMPjQQUEVwrJ/xE8qjwxmDyWduPGlT/7QSkWkCrX78iU+v8kSLPIPniR0quEpjmEsNUg9dQhBMEIV9fHUCY5EqYIAWoNp2h0D0w6pidI9lnywc3MEaAD65FwfApYS+lRQWyfnvoscsvKt1JEz8q3d10LQkQ1BczhZB8Hequq3VY1MLamFgDj7klvOQgIcIhLdWBXTO6ogILJJt2uakl6ysMGWhwXJ+DfR/JUhuGO39ksxYcgVhQx9h3sEtYMCBmutiFS+FvM56Z9Pb4CA5QN9WegoLpk5UgtBlz/2TKake5GSRXh0skSOIPCmWHhbCakBnZOANOpPJOeD+iM2Ck+vDQHT7ociBF+lJkSoMKt14wzWadTGfYyv53/Tv6cwUA5BQJN0k1SWlS09eLUQ0NytJm72SBMQJDRtLHXl8y2SFXb5ixD0ABZhOAKcZEYZCxLCqKFkVEg+QlfxkVeGgGUDPhaU255JTQiv/3ttOthgBxWRylViHsF9i/7jKFl5MgR0JFjLp1c94tZbC/Tg1ULgkf7AGtNSh61mI8ZhRPNO/NgYL1m2cWLhCAJyplAYDjKYhcKUmE4uEJmlmCYrcU90bQiq8rxt1gJ6Tnlf3xDPGaxa3dABDw0e2tRwvJ4SH5RCQJPuUf5bh032QQ9sLQTsEfUXMTpu32WxBoFgR+YL2i7NOcfUh8BjAEcQTMnFhJzI2KQ+AQwS6XlGdHLaTqX0JeJnXA0C7qcXn0ZegOYIGcxeNIR+d+ygGl+Pdy1f0fwyLM+n5IvKIKArEHNDPEiWtD">
            <a:extLst>
              <a:ext uri="{FF2B5EF4-FFF2-40B4-BE49-F238E27FC236}">
                <a16:creationId xmlns:a16="http://schemas.microsoft.com/office/drawing/2014/main" id="{E9C01BFD-953B-4576-ACA6-E6FE7DBA0C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2925" y="5852606"/>
            <a:ext cx="2686050" cy="514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1810879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OUTLINE of module 6</a:t>
            </a:r>
            <a:br>
              <a:rPr lang="en-US" dirty="0"/>
            </a:br>
            <a:endParaRPr lang="en-US" dirty="0"/>
          </a:p>
        </p:txBody>
      </p:sp>
      <p:sp>
        <p:nvSpPr>
          <p:cNvPr id="3" name="Content Placeholder 2"/>
          <p:cNvSpPr>
            <a:spLocks noGrp="1"/>
          </p:cNvSpPr>
          <p:nvPr>
            <p:ph idx="1"/>
          </p:nvPr>
        </p:nvSpPr>
        <p:spPr>
          <a:xfrm>
            <a:off x="457200" y="1094874"/>
            <a:ext cx="8229600" cy="5212407"/>
          </a:xfrm>
        </p:spPr>
        <p:txBody>
          <a:bodyPr>
            <a:normAutofit fontScale="92500" lnSpcReduction="10000"/>
          </a:bodyPr>
          <a:lstStyle/>
          <a:p>
            <a:pPr>
              <a:lnSpc>
                <a:spcPct val="120000"/>
              </a:lnSpc>
            </a:pPr>
            <a:r>
              <a:rPr lang="fr-FR" sz="2810" dirty="0"/>
              <a:t>Simple vs. </a:t>
            </a:r>
            <a:r>
              <a:rPr lang="fr-FR" sz="2810" dirty="0" err="1"/>
              <a:t>complex</a:t>
            </a:r>
            <a:r>
              <a:rPr lang="fr-FR" sz="2810" dirty="0"/>
              <a:t> </a:t>
            </a:r>
            <a:r>
              <a:rPr lang="fr-FR" sz="2810" dirty="0" err="1"/>
              <a:t>pricing</a:t>
            </a:r>
            <a:endParaRPr lang="fr-FR" sz="2810" dirty="0"/>
          </a:p>
          <a:p>
            <a:pPr>
              <a:lnSpc>
                <a:spcPct val="120000"/>
              </a:lnSpc>
            </a:pPr>
            <a:r>
              <a:rPr lang="fr-FR" sz="2810" dirty="0"/>
              <a:t>Direct </a:t>
            </a:r>
            <a:r>
              <a:rPr lang="fr-FR" sz="2810" dirty="0" err="1"/>
              <a:t>price</a:t>
            </a:r>
            <a:r>
              <a:rPr lang="fr-FR" sz="2810" dirty="0"/>
              <a:t> discrimination</a:t>
            </a:r>
          </a:p>
          <a:p>
            <a:pPr lvl="1">
              <a:lnSpc>
                <a:spcPct val="120000"/>
              </a:lnSpc>
              <a:spcBef>
                <a:spcPts val="0"/>
              </a:spcBef>
            </a:pPr>
            <a:r>
              <a:rPr lang="fr-FR" dirty="0" err="1">
                <a:latin typeface="Whitney-Book" pitchFamily="50" charset="0"/>
                <a:cs typeface="Whitney-Book" pitchFamily="50" charset="0"/>
              </a:rPr>
              <a:t>Perfect</a:t>
            </a:r>
            <a:r>
              <a:rPr lang="fr-FR" dirty="0">
                <a:latin typeface="Whitney-Book" pitchFamily="50" charset="0"/>
                <a:cs typeface="Whitney-Book" pitchFamily="50" charset="0"/>
              </a:rPr>
              <a:t> </a:t>
            </a:r>
            <a:r>
              <a:rPr lang="fr-FR" dirty="0" err="1">
                <a:latin typeface="Whitney-Book" pitchFamily="50" charset="0"/>
                <a:cs typeface="Whitney-Book" pitchFamily="50" charset="0"/>
              </a:rPr>
              <a:t>price</a:t>
            </a:r>
            <a:r>
              <a:rPr lang="fr-FR" dirty="0">
                <a:latin typeface="Whitney-Book" pitchFamily="50" charset="0"/>
                <a:cs typeface="Whitney-Book" pitchFamily="50" charset="0"/>
              </a:rPr>
              <a:t> discrimination (first </a:t>
            </a:r>
            <a:r>
              <a:rPr lang="fr-FR" dirty="0" err="1">
                <a:latin typeface="Whitney-Book" pitchFamily="50" charset="0"/>
                <a:cs typeface="Whitney-Book" pitchFamily="50" charset="0"/>
              </a:rPr>
              <a:t>degree</a:t>
            </a:r>
            <a:r>
              <a:rPr lang="fr-FR" dirty="0">
                <a:latin typeface="Whitney-Book" pitchFamily="50" charset="0"/>
                <a:cs typeface="Whitney-Book" pitchFamily="50" charset="0"/>
              </a:rPr>
              <a:t>)</a:t>
            </a:r>
          </a:p>
          <a:p>
            <a:pPr lvl="1">
              <a:lnSpc>
                <a:spcPct val="120000"/>
              </a:lnSpc>
              <a:spcBef>
                <a:spcPts val="0"/>
              </a:spcBef>
            </a:pPr>
            <a:r>
              <a:rPr lang="fr-FR" dirty="0">
                <a:latin typeface="Whitney-Book" pitchFamily="50" charset="0"/>
                <a:cs typeface="Whitney-Book" pitchFamily="50" charset="0"/>
              </a:rPr>
              <a:t>Segment </a:t>
            </a:r>
            <a:r>
              <a:rPr lang="fr-FR" dirty="0" err="1">
                <a:latin typeface="Whitney-Book" pitchFamily="50" charset="0"/>
                <a:cs typeface="Whitney-Book" pitchFamily="50" charset="0"/>
              </a:rPr>
              <a:t>pricing</a:t>
            </a:r>
            <a:r>
              <a:rPr lang="fr-FR" dirty="0">
                <a:latin typeface="Whitney-Book" pitchFamily="50" charset="0"/>
                <a:cs typeface="Whitney-Book" pitchFamily="50" charset="0"/>
              </a:rPr>
              <a:t> (</a:t>
            </a:r>
            <a:r>
              <a:rPr lang="fr-FR" dirty="0" err="1">
                <a:latin typeface="Whitney-Book" pitchFamily="50" charset="0"/>
                <a:cs typeface="Whitney-Book" pitchFamily="50" charset="0"/>
              </a:rPr>
              <a:t>third</a:t>
            </a:r>
            <a:r>
              <a:rPr lang="fr-FR" dirty="0">
                <a:latin typeface="Whitney-Book" pitchFamily="50" charset="0"/>
                <a:cs typeface="Whitney-Book" pitchFamily="50" charset="0"/>
              </a:rPr>
              <a:t> </a:t>
            </a:r>
            <a:r>
              <a:rPr lang="fr-FR" dirty="0" err="1">
                <a:latin typeface="Whitney-Book" pitchFamily="50" charset="0"/>
                <a:cs typeface="Whitney-Book" pitchFamily="50" charset="0"/>
              </a:rPr>
              <a:t>degree</a:t>
            </a:r>
            <a:r>
              <a:rPr lang="fr-FR" dirty="0">
                <a:latin typeface="Whitney-Book" pitchFamily="50" charset="0"/>
                <a:cs typeface="Whitney-Book" pitchFamily="50" charset="0"/>
              </a:rPr>
              <a:t>)</a:t>
            </a:r>
          </a:p>
          <a:p>
            <a:pPr>
              <a:lnSpc>
                <a:spcPct val="120000"/>
              </a:lnSpc>
            </a:pPr>
            <a:r>
              <a:rPr lang="fr-FR" sz="2810" dirty="0"/>
              <a:t>Indirect </a:t>
            </a:r>
            <a:r>
              <a:rPr lang="fr-FR" sz="2810" dirty="0" err="1"/>
              <a:t>price</a:t>
            </a:r>
            <a:r>
              <a:rPr lang="fr-FR" sz="2810" dirty="0"/>
              <a:t> discrimination (second </a:t>
            </a:r>
            <a:r>
              <a:rPr lang="fr-FR" sz="2810" dirty="0" err="1"/>
              <a:t>degree</a:t>
            </a:r>
            <a:r>
              <a:rPr lang="fr-FR" sz="2810" dirty="0"/>
              <a:t>)</a:t>
            </a:r>
          </a:p>
          <a:p>
            <a:pPr lvl="1">
              <a:lnSpc>
                <a:spcPct val="120000"/>
              </a:lnSpc>
              <a:spcBef>
                <a:spcPts val="0"/>
              </a:spcBef>
            </a:pPr>
            <a:r>
              <a:rPr lang="fr-FR" dirty="0">
                <a:latin typeface="Whitney-Book" pitchFamily="50" charset="0"/>
                <a:cs typeface="Whitney-Book" pitchFamily="50" charset="0"/>
              </a:rPr>
              <a:t>Versioning</a:t>
            </a:r>
          </a:p>
          <a:p>
            <a:pPr lvl="1">
              <a:lnSpc>
                <a:spcPct val="120000"/>
              </a:lnSpc>
              <a:spcBef>
                <a:spcPts val="0"/>
              </a:spcBef>
            </a:pPr>
            <a:r>
              <a:rPr lang="fr-FR" dirty="0"/>
              <a:t>Coupons</a:t>
            </a:r>
          </a:p>
          <a:p>
            <a:pPr>
              <a:lnSpc>
                <a:spcPct val="120000"/>
              </a:lnSpc>
            </a:pPr>
            <a:r>
              <a:rPr lang="fr-FR" sz="2810" dirty="0"/>
              <a:t>Advanced </a:t>
            </a:r>
            <a:r>
              <a:rPr lang="fr-FR" sz="2810" dirty="0" err="1"/>
              <a:t>pricing</a:t>
            </a:r>
            <a:r>
              <a:rPr lang="fr-FR" sz="2810" dirty="0"/>
              <a:t> </a:t>
            </a:r>
            <a:r>
              <a:rPr lang="fr-FR" sz="2810" dirty="0" err="1"/>
              <a:t>strategies</a:t>
            </a:r>
            <a:endParaRPr lang="fr-FR" sz="2810" dirty="0"/>
          </a:p>
          <a:p>
            <a:pPr lvl="1">
              <a:lnSpc>
                <a:spcPct val="120000"/>
              </a:lnSpc>
              <a:spcBef>
                <a:spcPts val="0"/>
              </a:spcBef>
            </a:pPr>
            <a:r>
              <a:rPr lang="fr-FR" dirty="0">
                <a:latin typeface="Whitney-Book" pitchFamily="50" charset="0"/>
                <a:cs typeface="Whitney-Book" pitchFamily="50" charset="0"/>
              </a:rPr>
              <a:t>Volume </a:t>
            </a:r>
            <a:r>
              <a:rPr lang="fr-FR" dirty="0" err="1">
                <a:latin typeface="Whitney-Book" pitchFamily="50" charset="0"/>
                <a:cs typeface="Whitney-Book" pitchFamily="50" charset="0"/>
              </a:rPr>
              <a:t>pricing</a:t>
            </a:r>
            <a:r>
              <a:rPr lang="fr-FR" dirty="0">
                <a:latin typeface="Whitney-Book" pitchFamily="50" charset="0"/>
                <a:cs typeface="Whitney-Book" pitchFamily="50" charset="0"/>
              </a:rPr>
              <a:t> </a:t>
            </a:r>
            <a:r>
              <a:rPr lang="fr-FR" dirty="0" err="1">
                <a:latin typeface="Whitney-Book" pitchFamily="50" charset="0"/>
                <a:cs typeface="Whitney-Book" pitchFamily="50" charset="0"/>
              </a:rPr>
              <a:t>with</a:t>
            </a:r>
            <a:r>
              <a:rPr lang="fr-FR" dirty="0">
                <a:latin typeface="Whitney-Book" pitchFamily="50" charset="0"/>
                <a:cs typeface="Whitney-Book" pitchFamily="50" charset="0"/>
              </a:rPr>
              <a:t> flat </a:t>
            </a:r>
            <a:r>
              <a:rPr lang="fr-FR" dirty="0" err="1">
                <a:latin typeface="Whitney-Book" pitchFamily="50" charset="0"/>
                <a:cs typeface="Whitney-Book" pitchFamily="50" charset="0"/>
              </a:rPr>
              <a:t>fee</a:t>
            </a:r>
            <a:endParaRPr lang="fr-FR" dirty="0">
              <a:latin typeface="Whitney-Book" pitchFamily="50" charset="0"/>
              <a:cs typeface="Whitney-Book" pitchFamily="50" charset="0"/>
            </a:endParaRPr>
          </a:p>
          <a:p>
            <a:pPr lvl="1">
              <a:lnSpc>
                <a:spcPct val="120000"/>
              </a:lnSpc>
              <a:spcBef>
                <a:spcPts val="0"/>
              </a:spcBef>
            </a:pPr>
            <a:r>
              <a:rPr lang="fr-FR" dirty="0" err="1">
                <a:latin typeface="Whitney-Book" pitchFamily="50" charset="0"/>
                <a:cs typeface="Whitney-Book" pitchFamily="50" charset="0"/>
              </a:rPr>
              <a:t>Two</a:t>
            </a:r>
            <a:r>
              <a:rPr lang="fr-FR" dirty="0">
                <a:latin typeface="Whitney-Book" pitchFamily="50" charset="0"/>
                <a:cs typeface="Whitney-Book" pitchFamily="50" charset="0"/>
              </a:rPr>
              <a:t>-part </a:t>
            </a:r>
            <a:r>
              <a:rPr lang="fr-FR" dirty="0" err="1">
                <a:latin typeface="Whitney-Book" pitchFamily="50" charset="0"/>
                <a:cs typeface="Whitney-Book" pitchFamily="50" charset="0"/>
              </a:rPr>
              <a:t>tariff</a:t>
            </a:r>
            <a:endParaRPr lang="fr-FR" dirty="0">
              <a:latin typeface="Whitney-Book" pitchFamily="50" charset="0"/>
              <a:cs typeface="Whitney-Book" pitchFamily="50" charset="0"/>
            </a:endParaRPr>
          </a:p>
          <a:p>
            <a:pPr lvl="1">
              <a:lnSpc>
                <a:spcPct val="120000"/>
              </a:lnSpc>
              <a:spcBef>
                <a:spcPts val="0"/>
              </a:spcBef>
            </a:pPr>
            <a:r>
              <a:rPr lang="fr-FR" dirty="0">
                <a:latin typeface="Whitney-Book" pitchFamily="50" charset="0"/>
                <a:cs typeface="Whitney-Book" pitchFamily="50" charset="0"/>
              </a:rPr>
              <a:t>Block </a:t>
            </a:r>
            <a:r>
              <a:rPr lang="fr-FR" dirty="0" err="1">
                <a:latin typeface="Whitney-Book" pitchFamily="50" charset="0"/>
                <a:cs typeface="Whitney-Book" pitchFamily="50" charset="0"/>
              </a:rPr>
              <a:t>pricing</a:t>
            </a:r>
            <a:endParaRPr lang="fr-FR" dirty="0">
              <a:latin typeface="Whitney-Book" pitchFamily="50" charset="0"/>
              <a:cs typeface="Whitney-Book" pitchFamily="50" charset="0"/>
            </a:endParaRPr>
          </a:p>
          <a:p>
            <a:pPr marL="457200" lvl="1" indent="0">
              <a:buNone/>
            </a:pPr>
            <a:endParaRPr lang="fr-FR" dirty="0"/>
          </a:p>
          <a:p>
            <a:pPr lvl="1"/>
            <a:endParaRPr lang="en-US" dirty="0"/>
          </a:p>
          <a:p>
            <a:endParaRPr lang="en-US" dirty="0"/>
          </a:p>
        </p:txBody>
      </p:sp>
    </p:spTree>
    <p:extLst>
      <p:ext uri="{BB962C8B-B14F-4D97-AF65-F5344CB8AC3E}">
        <p14:creationId xmlns:p14="http://schemas.microsoft.com/office/powerpoint/2010/main" val="283827741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OUTLINE of module 6</a:t>
            </a:r>
            <a:br>
              <a:rPr lang="en-US" dirty="0"/>
            </a:br>
            <a:endParaRPr lang="en-US" dirty="0"/>
          </a:p>
        </p:txBody>
      </p:sp>
      <p:sp>
        <p:nvSpPr>
          <p:cNvPr id="3" name="Content Placeholder 2"/>
          <p:cNvSpPr>
            <a:spLocks noGrp="1"/>
          </p:cNvSpPr>
          <p:nvPr>
            <p:ph idx="1"/>
          </p:nvPr>
        </p:nvSpPr>
        <p:spPr>
          <a:xfrm>
            <a:off x="457200" y="1094874"/>
            <a:ext cx="8229600" cy="5212407"/>
          </a:xfrm>
        </p:spPr>
        <p:txBody>
          <a:bodyPr>
            <a:normAutofit fontScale="92500" lnSpcReduction="10000"/>
          </a:bodyPr>
          <a:lstStyle/>
          <a:p>
            <a:pPr>
              <a:lnSpc>
                <a:spcPct val="120000"/>
              </a:lnSpc>
            </a:pPr>
            <a:r>
              <a:rPr lang="fr-FR" sz="2810" b="1" dirty="0"/>
              <a:t>Simple vs. </a:t>
            </a:r>
            <a:r>
              <a:rPr lang="fr-FR" sz="2810" b="1" dirty="0" err="1"/>
              <a:t>complex</a:t>
            </a:r>
            <a:r>
              <a:rPr lang="fr-FR" sz="2810" b="1" dirty="0"/>
              <a:t> </a:t>
            </a:r>
            <a:r>
              <a:rPr lang="fr-FR" sz="2810" b="1" dirty="0" err="1"/>
              <a:t>pricing</a:t>
            </a:r>
            <a:endParaRPr lang="fr-FR" sz="2810" b="1" dirty="0"/>
          </a:p>
          <a:p>
            <a:pPr>
              <a:lnSpc>
                <a:spcPct val="120000"/>
              </a:lnSpc>
            </a:pPr>
            <a:r>
              <a:rPr lang="fr-FR" sz="2810" dirty="0">
                <a:solidFill>
                  <a:schemeClr val="bg1">
                    <a:lumMod val="65000"/>
                  </a:schemeClr>
                </a:solidFill>
              </a:rPr>
              <a:t>Direct </a:t>
            </a:r>
            <a:r>
              <a:rPr lang="fr-FR" sz="2810" dirty="0" err="1">
                <a:solidFill>
                  <a:schemeClr val="bg1">
                    <a:lumMod val="65000"/>
                  </a:schemeClr>
                </a:solidFill>
              </a:rPr>
              <a:t>price</a:t>
            </a:r>
            <a:r>
              <a:rPr lang="fr-FR" sz="2810" dirty="0">
                <a:solidFill>
                  <a:schemeClr val="bg1">
                    <a:lumMod val="65000"/>
                  </a:schemeClr>
                </a:solidFill>
              </a:rPr>
              <a:t> discrimination</a:t>
            </a:r>
          </a:p>
          <a:p>
            <a:pPr lvl="1">
              <a:lnSpc>
                <a:spcPct val="120000"/>
              </a:lnSpc>
              <a:spcBef>
                <a:spcPts val="0"/>
              </a:spcBef>
            </a:pPr>
            <a:r>
              <a:rPr lang="fr-FR" dirty="0" err="1">
                <a:solidFill>
                  <a:schemeClr val="bg1">
                    <a:lumMod val="65000"/>
                  </a:schemeClr>
                </a:solidFill>
                <a:latin typeface="Whitney-Book" pitchFamily="50" charset="0"/>
                <a:cs typeface="Whitney-Book" pitchFamily="50" charset="0"/>
              </a:rPr>
              <a:t>Perfect</a:t>
            </a:r>
            <a:r>
              <a:rPr lang="fr-FR" dirty="0">
                <a:solidFill>
                  <a:schemeClr val="bg1">
                    <a:lumMod val="65000"/>
                  </a:schemeClr>
                </a:solidFill>
                <a:latin typeface="Whitney-Book" pitchFamily="50" charset="0"/>
                <a:cs typeface="Whitney-Book" pitchFamily="50" charset="0"/>
              </a:rPr>
              <a:t> </a:t>
            </a:r>
            <a:r>
              <a:rPr lang="fr-FR" dirty="0" err="1">
                <a:solidFill>
                  <a:schemeClr val="bg1">
                    <a:lumMod val="65000"/>
                  </a:schemeClr>
                </a:solidFill>
                <a:latin typeface="Whitney-Book" pitchFamily="50" charset="0"/>
                <a:cs typeface="Whitney-Book" pitchFamily="50" charset="0"/>
              </a:rPr>
              <a:t>price</a:t>
            </a:r>
            <a:r>
              <a:rPr lang="fr-FR" dirty="0">
                <a:solidFill>
                  <a:schemeClr val="bg1">
                    <a:lumMod val="65000"/>
                  </a:schemeClr>
                </a:solidFill>
                <a:latin typeface="Whitney-Book" pitchFamily="50" charset="0"/>
                <a:cs typeface="Whitney-Book" pitchFamily="50" charset="0"/>
              </a:rPr>
              <a:t> discrimination (first </a:t>
            </a:r>
            <a:r>
              <a:rPr lang="fr-FR" dirty="0" err="1">
                <a:solidFill>
                  <a:schemeClr val="bg1">
                    <a:lumMod val="65000"/>
                  </a:schemeClr>
                </a:solidFill>
                <a:latin typeface="Whitney-Book" pitchFamily="50" charset="0"/>
                <a:cs typeface="Whitney-Book" pitchFamily="50" charset="0"/>
              </a:rPr>
              <a:t>degree</a:t>
            </a:r>
            <a:r>
              <a:rPr lang="fr-FR" dirty="0">
                <a:solidFill>
                  <a:schemeClr val="bg1">
                    <a:lumMod val="65000"/>
                  </a:schemeClr>
                </a:solidFill>
                <a:latin typeface="Whitney-Book" pitchFamily="50" charset="0"/>
                <a:cs typeface="Whitney-Book" pitchFamily="50" charset="0"/>
              </a:rPr>
              <a:t>)</a:t>
            </a:r>
          </a:p>
          <a:p>
            <a:pPr lvl="1">
              <a:lnSpc>
                <a:spcPct val="120000"/>
              </a:lnSpc>
              <a:spcBef>
                <a:spcPts val="0"/>
              </a:spcBef>
            </a:pPr>
            <a:r>
              <a:rPr lang="fr-FR" dirty="0">
                <a:solidFill>
                  <a:schemeClr val="bg1">
                    <a:lumMod val="65000"/>
                  </a:schemeClr>
                </a:solidFill>
                <a:latin typeface="Whitney-Book" pitchFamily="50" charset="0"/>
                <a:cs typeface="Whitney-Book" pitchFamily="50" charset="0"/>
              </a:rPr>
              <a:t>Segment </a:t>
            </a:r>
            <a:r>
              <a:rPr lang="fr-FR" dirty="0" err="1">
                <a:solidFill>
                  <a:schemeClr val="bg1">
                    <a:lumMod val="65000"/>
                  </a:schemeClr>
                </a:solidFill>
                <a:latin typeface="Whitney-Book" pitchFamily="50" charset="0"/>
                <a:cs typeface="Whitney-Book" pitchFamily="50" charset="0"/>
              </a:rPr>
              <a:t>pricing</a:t>
            </a:r>
            <a:r>
              <a:rPr lang="fr-FR" dirty="0">
                <a:solidFill>
                  <a:schemeClr val="bg1">
                    <a:lumMod val="65000"/>
                  </a:schemeClr>
                </a:solidFill>
                <a:latin typeface="Whitney-Book" pitchFamily="50" charset="0"/>
                <a:cs typeface="Whitney-Book" pitchFamily="50" charset="0"/>
              </a:rPr>
              <a:t> (</a:t>
            </a:r>
            <a:r>
              <a:rPr lang="fr-FR" dirty="0" err="1">
                <a:solidFill>
                  <a:schemeClr val="bg1">
                    <a:lumMod val="65000"/>
                  </a:schemeClr>
                </a:solidFill>
                <a:latin typeface="Whitney-Book" pitchFamily="50" charset="0"/>
                <a:cs typeface="Whitney-Book" pitchFamily="50" charset="0"/>
              </a:rPr>
              <a:t>third</a:t>
            </a:r>
            <a:r>
              <a:rPr lang="fr-FR" dirty="0">
                <a:solidFill>
                  <a:schemeClr val="bg1">
                    <a:lumMod val="65000"/>
                  </a:schemeClr>
                </a:solidFill>
                <a:latin typeface="Whitney-Book" pitchFamily="50" charset="0"/>
                <a:cs typeface="Whitney-Book" pitchFamily="50" charset="0"/>
              </a:rPr>
              <a:t> </a:t>
            </a:r>
            <a:r>
              <a:rPr lang="fr-FR" dirty="0" err="1">
                <a:solidFill>
                  <a:schemeClr val="bg1">
                    <a:lumMod val="65000"/>
                  </a:schemeClr>
                </a:solidFill>
                <a:latin typeface="Whitney-Book" pitchFamily="50" charset="0"/>
                <a:cs typeface="Whitney-Book" pitchFamily="50" charset="0"/>
              </a:rPr>
              <a:t>degree</a:t>
            </a:r>
            <a:r>
              <a:rPr lang="fr-FR" dirty="0">
                <a:solidFill>
                  <a:schemeClr val="bg1">
                    <a:lumMod val="65000"/>
                  </a:schemeClr>
                </a:solidFill>
                <a:latin typeface="Whitney-Book" pitchFamily="50" charset="0"/>
                <a:cs typeface="Whitney-Book" pitchFamily="50" charset="0"/>
              </a:rPr>
              <a:t>)</a:t>
            </a:r>
          </a:p>
          <a:p>
            <a:pPr>
              <a:lnSpc>
                <a:spcPct val="120000"/>
              </a:lnSpc>
            </a:pPr>
            <a:r>
              <a:rPr lang="fr-FR" sz="2810" dirty="0">
                <a:solidFill>
                  <a:schemeClr val="bg1">
                    <a:lumMod val="65000"/>
                  </a:schemeClr>
                </a:solidFill>
              </a:rPr>
              <a:t>Indirect </a:t>
            </a:r>
            <a:r>
              <a:rPr lang="fr-FR" sz="2810" dirty="0" err="1">
                <a:solidFill>
                  <a:schemeClr val="bg1">
                    <a:lumMod val="65000"/>
                  </a:schemeClr>
                </a:solidFill>
              </a:rPr>
              <a:t>price</a:t>
            </a:r>
            <a:r>
              <a:rPr lang="fr-FR" sz="2810" dirty="0">
                <a:solidFill>
                  <a:schemeClr val="bg1">
                    <a:lumMod val="65000"/>
                  </a:schemeClr>
                </a:solidFill>
              </a:rPr>
              <a:t> discrimination (second </a:t>
            </a:r>
            <a:r>
              <a:rPr lang="fr-FR" sz="2810" dirty="0" err="1">
                <a:solidFill>
                  <a:schemeClr val="bg1">
                    <a:lumMod val="65000"/>
                  </a:schemeClr>
                </a:solidFill>
              </a:rPr>
              <a:t>degree</a:t>
            </a:r>
            <a:r>
              <a:rPr lang="fr-FR" sz="2810" dirty="0">
                <a:solidFill>
                  <a:schemeClr val="bg1">
                    <a:lumMod val="65000"/>
                  </a:schemeClr>
                </a:solidFill>
              </a:rPr>
              <a:t>)</a:t>
            </a:r>
          </a:p>
          <a:p>
            <a:pPr lvl="1">
              <a:lnSpc>
                <a:spcPct val="120000"/>
              </a:lnSpc>
              <a:spcBef>
                <a:spcPts val="0"/>
              </a:spcBef>
            </a:pPr>
            <a:r>
              <a:rPr lang="fr-FR" dirty="0">
                <a:solidFill>
                  <a:schemeClr val="bg1">
                    <a:lumMod val="65000"/>
                  </a:schemeClr>
                </a:solidFill>
                <a:latin typeface="Whitney-Book" pitchFamily="50" charset="0"/>
                <a:cs typeface="Whitney-Book" pitchFamily="50" charset="0"/>
              </a:rPr>
              <a:t>Versioning</a:t>
            </a:r>
          </a:p>
          <a:p>
            <a:pPr lvl="1">
              <a:lnSpc>
                <a:spcPct val="120000"/>
              </a:lnSpc>
              <a:spcBef>
                <a:spcPts val="0"/>
              </a:spcBef>
            </a:pPr>
            <a:r>
              <a:rPr lang="fr-FR" dirty="0">
                <a:solidFill>
                  <a:schemeClr val="bg1">
                    <a:lumMod val="65000"/>
                  </a:schemeClr>
                </a:solidFill>
              </a:rPr>
              <a:t>Coupons</a:t>
            </a:r>
          </a:p>
          <a:p>
            <a:pPr>
              <a:lnSpc>
                <a:spcPct val="120000"/>
              </a:lnSpc>
            </a:pPr>
            <a:r>
              <a:rPr lang="fr-FR" sz="2810" dirty="0">
                <a:solidFill>
                  <a:schemeClr val="bg1">
                    <a:lumMod val="65000"/>
                  </a:schemeClr>
                </a:solidFill>
              </a:rPr>
              <a:t>Advanced </a:t>
            </a:r>
            <a:r>
              <a:rPr lang="fr-FR" sz="2810" dirty="0" err="1">
                <a:solidFill>
                  <a:schemeClr val="bg1">
                    <a:lumMod val="65000"/>
                  </a:schemeClr>
                </a:solidFill>
              </a:rPr>
              <a:t>pricing</a:t>
            </a:r>
            <a:r>
              <a:rPr lang="fr-FR" sz="2810" dirty="0">
                <a:solidFill>
                  <a:schemeClr val="bg1">
                    <a:lumMod val="65000"/>
                  </a:schemeClr>
                </a:solidFill>
              </a:rPr>
              <a:t> </a:t>
            </a:r>
            <a:r>
              <a:rPr lang="fr-FR" sz="2810" dirty="0" err="1">
                <a:solidFill>
                  <a:schemeClr val="bg1">
                    <a:lumMod val="65000"/>
                  </a:schemeClr>
                </a:solidFill>
              </a:rPr>
              <a:t>strategies</a:t>
            </a:r>
            <a:endParaRPr lang="fr-FR" sz="2810" dirty="0">
              <a:solidFill>
                <a:schemeClr val="bg1">
                  <a:lumMod val="65000"/>
                </a:schemeClr>
              </a:solidFill>
            </a:endParaRPr>
          </a:p>
          <a:p>
            <a:pPr lvl="1">
              <a:lnSpc>
                <a:spcPct val="120000"/>
              </a:lnSpc>
              <a:spcBef>
                <a:spcPts val="0"/>
              </a:spcBef>
            </a:pPr>
            <a:r>
              <a:rPr lang="fr-FR" dirty="0">
                <a:solidFill>
                  <a:schemeClr val="bg1">
                    <a:lumMod val="65000"/>
                  </a:schemeClr>
                </a:solidFill>
                <a:latin typeface="Whitney-Book" pitchFamily="50" charset="0"/>
                <a:cs typeface="Whitney-Book" pitchFamily="50" charset="0"/>
              </a:rPr>
              <a:t>Volume </a:t>
            </a:r>
            <a:r>
              <a:rPr lang="fr-FR" dirty="0" err="1">
                <a:solidFill>
                  <a:schemeClr val="bg1">
                    <a:lumMod val="65000"/>
                  </a:schemeClr>
                </a:solidFill>
                <a:latin typeface="Whitney-Book" pitchFamily="50" charset="0"/>
                <a:cs typeface="Whitney-Book" pitchFamily="50" charset="0"/>
              </a:rPr>
              <a:t>pricing</a:t>
            </a:r>
            <a:r>
              <a:rPr lang="fr-FR" dirty="0">
                <a:solidFill>
                  <a:schemeClr val="bg1">
                    <a:lumMod val="65000"/>
                  </a:schemeClr>
                </a:solidFill>
                <a:latin typeface="Whitney-Book" pitchFamily="50" charset="0"/>
                <a:cs typeface="Whitney-Book" pitchFamily="50" charset="0"/>
              </a:rPr>
              <a:t> </a:t>
            </a:r>
            <a:r>
              <a:rPr lang="fr-FR" dirty="0" err="1">
                <a:solidFill>
                  <a:schemeClr val="bg1">
                    <a:lumMod val="65000"/>
                  </a:schemeClr>
                </a:solidFill>
                <a:latin typeface="Whitney-Book" pitchFamily="50" charset="0"/>
                <a:cs typeface="Whitney-Book" pitchFamily="50" charset="0"/>
              </a:rPr>
              <a:t>with</a:t>
            </a:r>
            <a:r>
              <a:rPr lang="fr-FR" dirty="0">
                <a:solidFill>
                  <a:schemeClr val="bg1">
                    <a:lumMod val="65000"/>
                  </a:schemeClr>
                </a:solidFill>
                <a:latin typeface="Whitney-Book" pitchFamily="50" charset="0"/>
                <a:cs typeface="Whitney-Book" pitchFamily="50" charset="0"/>
              </a:rPr>
              <a:t> flat </a:t>
            </a:r>
            <a:r>
              <a:rPr lang="fr-FR" dirty="0" err="1">
                <a:solidFill>
                  <a:schemeClr val="bg1">
                    <a:lumMod val="65000"/>
                  </a:schemeClr>
                </a:solidFill>
                <a:latin typeface="Whitney-Book" pitchFamily="50" charset="0"/>
                <a:cs typeface="Whitney-Book" pitchFamily="50" charset="0"/>
              </a:rPr>
              <a:t>fee</a:t>
            </a:r>
            <a:endParaRPr lang="fr-FR" dirty="0">
              <a:solidFill>
                <a:schemeClr val="bg1">
                  <a:lumMod val="65000"/>
                </a:schemeClr>
              </a:solidFill>
              <a:latin typeface="Whitney-Book" pitchFamily="50" charset="0"/>
              <a:cs typeface="Whitney-Book" pitchFamily="50" charset="0"/>
            </a:endParaRPr>
          </a:p>
          <a:p>
            <a:pPr lvl="1">
              <a:lnSpc>
                <a:spcPct val="120000"/>
              </a:lnSpc>
              <a:spcBef>
                <a:spcPts val="0"/>
              </a:spcBef>
            </a:pPr>
            <a:r>
              <a:rPr lang="fr-FR" dirty="0" err="1">
                <a:solidFill>
                  <a:schemeClr val="bg1">
                    <a:lumMod val="65000"/>
                  </a:schemeClr>
                </a:solidFill>
                <a:latin typeface="Whitney-Book" pitchFamily="50" charset="0"/>
                <a:cs typeface="Whitney-Book" pitchFamily="50" charset="0"/>
              </a:rPr>
              <a:t>Two</a:t>
            </a:r>
            <a:r>
              <a:rPr lang="fr-FR" dirty="0">
                <a:solidFill>
                  <a:schemeClr val="bg1">
                    <a:lumMod val="65000"/>
                  </a:schemeClr>
                </a:solidFill>
                <a:latin typeface="Whitney-Book" pitchFamily="50" charset="0"/>
                <a:cs typeface="Whitney-Book" pitchFamily="50" charset="0"/>
              </a:rPr>
              <a:t>-part </a:t>
            </a:r>
            <a:r>
              <a:rPr lang="fr-FR" dirty="0" err="1">
                <a:solidFill>
                  <a:schemeClr val="bg1">
                    <a:lumMod val="65000"/>
                  </a:schemeClr>
                </a:solidFill>
                <a:latin typeface="Whitney-Book" pitchFamily="50" charset="0"/>
                <a:cs typeface="Whitney-Book" pitchFamily="50" charset="0"/>
              </a:rPr>
              <a:t>tariff</a:t>
            </a:r>
            <a:endParaRPr lang="fr-FR" dirty="0">
              <a:solidFill>
                <a:schemeClr val="bg1">
                  <a:lumMod val="65000"/>
                </a:schemeClr>
              </a:solidFill>
              <a:latin typeface="Whitney-Book" pitchFamily="50" charset="0"/>
              <a:cs typeface="Whitney-Book" pitchFamily="50" charset="0"/>
            </a:endParaRPr>
          </a:p>
          <a:p>
            <a:pPr lvl="1">
              <a:lnSpc>
                <a:spcPct val="120000"/>
              </a:lnSpc>
              <a:spcBef>
                <a:spcPts val="0"/>
              </a:spcBef>
            </a:pPr>
            <a:r>
              <a:rPr lang="fr-FR" dirty="0">
                <a:solidFill>
                  <a:schemeClr val="bg1">
                    <a:lumMod val="65000"/>
                  </a:schemeClr>
                </a:solidFill>
                <a:latin typeface="Whitney-Book" pitchFamily="50" charset="0"/>
                <a:cs typeface="Whitney-Book" pitchFamily="50" charset="0"/>
              </a:rPr>
              <a:t>Block </a:t>
            </a:r>
            <a:r>
              <a:rPr lang="fr-FR" dirty="0" err="1">
                <a:solidFill>
                  <a:schemeClr val="bg1">
                    <a:lumMod val="65000"/>
                  </a:schemeClr>
                </a:solidFill>
                <a:latin typeface="Whitney-Book" pitchFamily="50" charset="0"/>
                <a:cs typeface="Whitney-Book" pitchFamily="50" charset="0"/>
              </a:rPr>
              <a:t>pricing</a:t>
            </a:r>
            <a:endParaRPr lang="fr-FR" dirty="0">
              <a:solidFill>
                <a:schemeClr val="bg1">
                  <a:lumMod val="65000"/>
                </a:schemeClr>
              </a:solidFill>
              <a:latin typeface="Whitney-Book" pitchFamily="50" charset="0"/>
              <a:cs typeface="Whitney-Book" pitchFamily="50" charset="0"/>
            </a:endParaRPr>
          </a:p>
          <a:p>
            <a:pPr marL="457200" lvl="1" indent="0">
              <a:buNone/>
            </a:pPr>
            <a:endParaRPr lang="fr-FR" dirty="0"/>
          </a:p>
          <a:p>
            <a:pPr lvl="1"/>
            <a:endParaRPr lang="en-US" dirty="0"/>
          </a:p>
          <a:p>
            <a:endParaRPr lang="en-US" dirty="0"/>
          </a:p>
        </p:txBody>
      </p:sp>
    </p:spTree>
    <p:extLst>
      <p:ext uri="{BB962C8B-B14F-4D97-AF65-F5344CB8AC3E}">
        <p14:creationId xmlns:p14="http://schemas.microsoft.com/office/powerpoint/2010/main" val="96824522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310D7-2CAC-4F87-97CD-0E7DE9F4FF76}"/>
              </a:ext>
            </a:extLst>
          </p:cNvPr>
          <p:cNvSpPr>
            <a:spLocks noGrp="1"/>
          </p:cNvSpPr>
          <p:nvPr>
            <p:ph type="title"/>
          </p:nvPr>
        </p:nvSpPr>
        <p:spPr/>
        <p:txBody>
          <a:bodyPr/>
          <a:lstStyle/>
          <a:p>
            <a:r>
              <a:rPr lang="fr-FR" dirty="0" err="1"/>
              <a:t>Dilemma</a:t>
            </a:r>
            <a:r>
              <a:rPr lang="fr-FR" dirty="0"/>
              <a:t> of simple </a:t>
            </a:r>
            <a:r>
              <a:rPr lang="fr-FR" dirty="0" err="1"/>
              <a:t>pricing</a:t>
            </a:r>
            <a:endParaRPr lang="en-US" dirty="0"/>
          </a:p>
        </p:txBody>
      </p:sp>
      <p:sp>
        <p:nvSpPr>
          <p:cNvPr id="3" name="Content Placeholder 2">
            <a:extLst>
              <a:ext uri="{FF2B5EF4-FFF2-40B4-BE49-F238E27FC236}">
                <a16:creationId xmlns:a16="http://schemas.microsoft.com/office/drawing/2014/main" id="{6D7E7033-5FB6-468F-92E5-96893C6E0B32}"/>
              </a:ext>
            </a:extLst>
          </p:cNvPr>
          <p:cNvSpPr>
            <a:spLocks noGrp="1"/>
          </p:cNvSpPr>
          <p:nvPr>
            <p:ph idx="1"/>
          </p:nvPr>
        </p:nvSpPr>
        <p:spPr/>
        <p:txBody>
          <a:bodyPr/>
          <a:lstStyle/>
          <a:p>
            <a:r>
              <a:rPr lang="fr-FR" dirty="0"/>
              <a:t>Simple </a:t>
            </a:r>
            <a:r>
              <a:rPr lang="fr-FR" dirty="0" err="1"/>
              <a:t>pricing</a:t>
            </a:r>
            <a:r>
              <a:rPr lang="fr-FR" dirty="0"/>
              <a:t>: </a:t>
            </a:r>
            <a:r>
              <a:rPr lang="fr-FR" dirty="0" err="1"/>
              <a:t>same</a:t>
            </a:r>
            <a:r>
              <a:rPr lang="fr-FR" dirty="0"/>
              <a:t> </a:t>
            </a:r>
            <a:r>
              <a:rPr lang="fr-FR" dirty="0" err="1"/>
              <a:t>price</a:t>
            </a:r>
            <a:r>
              <a:rPr lang="fr-FR" dirty="0"/>
              <a:t> for all </a:t>
            </a:r>
            <a:r>
              <a:rPr lang="fr-FR" dirty="0" err="1"/>
              <a:t>customers</a:t>
            </a:r>
            <a:endParaRPr lang="fr-FR" dirty="0"/>
          </a:p>
          <a:p>
            <a:endParaRPr lang="fr-FR" dirty="0"/>
          </a:p>
          <a:p>
            <a:r>
              <a:rPr lang="fr-FR" dirty="0"/>
              <a:t>Limitations of simple </a:t>
            </a:r>
            <a:r>
              <a:rPr lang="fr-FR" dirty="0" err="1"/>
              <a:t>pricing</a:t>
            </a:r>
            <a:r>
              <a:rPr lang="fr-FR" dirty="0"/>
              <a:t>:</a:t>
            </a:r>
          </a:p>
          <a:p>
            <a:endParaRPr lang="fr-FR" sz="1200" dirty="0"/>
          </a:p>
          <a:p>
            <a:pPr marL="914400" lvl="1" indent="-514350">
              <a:buFont typeface="+mj-lt"/>
              <a:buAutoNum type="arabicPeriod"/>
            </a:pPr>
            <a:r>
              <a:rPr lang="en-US" dirty="0"/>
              <a:t>If you charge a high price, you prevent customers with relatively low willingness to pay (marginal personal value) from purchasing your product</a:t>
            </a:r>
          </a:p>
          <a:p>
            <a:pPr marL="914400" lvl="1" indent="-514350">
              <a:buFont typeface="+mj-lt"/>
              <a:buAutoNum type="arabicPeriod"/>
            </a:pPr>
            <a:r>
              <a:rPr lang="en-US" dirty="0"/>
              <a:t>If you charge a low price, you are too “generous” to those with high willingness to pay</a:t>
            </a:r>
          </a:p>
          <a:p>
            <a:endParaRPr lang="en-US" dirty="0"/>
          </a:p>
        </p:txBody>
      </p:sp>
    </p:spTree>
    <p:extLst>
      <p:ext uri="{BB962C8B-B14F-4D97-AF65-F5344CB8AC3E}">
        <p14:creationId xmlns:p14="http://schemas.microsoft.com/office/powerpoint/2010/main" val="62477248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latin typeface="Whitney Medium" pitchFamily="50" charset="0"/>
                <a:cs typeface="Whitney Medium" pitchFamily="50" charset="0"/>
              </a:rPr>
              <a:t>What if Netflix used Simple pricing per movie?    (assume </a:t>
            </a:r>
            <a:r>
              <a:rPr lang="en-US" i="1" dirty="0">
                <a:latin typeface="Whitney Medium" pitchFamily="50" charset="0"/>
                <a:cs typeface="Whitney Medium" pitchFamily="50" charset="0"/>
              </a:rPr>
              <a:t>MC</a:t>
            </a:r>
            <a:r>
              <a:rPr lang="en-US" dirty="0">
                <a:latin typeface="Whitney Medium" pitchFamily="50" charset="0"/>
                <a:cs typeface="Whitney Medium" pitchFamily="50" charset="0"/>
              </a:rPr>
              <a:t>=0) </a:t>
            </a:r>
          </a:p>
        </p:txBody>
      </p:sp>
      <p:sp>
        <p:nvSpPr>
          <p:cNvPr id="38" name="Line 3"/>
          <p:cNvSpPr>
            <a:spLocks noChangeShapeType="1"/>
          </p:cNvSpPr>
          <p:nvPr/>
        </p:nvSpPr>
        <p:spPr bwMode="auto">
          <a:xfrm>
            <a:off x="923610" y="1163003"/>
            <a:ext cx="0" cy="5156200"/>
          </a:xfrm>
          <a:prstGeom prst="line">
            <a:avLst/>
          </a:prstGeom>
          <a:noFill/>
          <a:ln w="38100">
            <a:solidFill>
              <a:schemeClr val="tx1"/>
            </a:solidFill>
            <a:round/>
            <a:headEnd type="triangle"/>
            <a:tailEnd/>
          </a:ln>
          <a:effec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Whitney Book" pitchFamily="50" charset="0"/>
              <a:ea typeface="+mn-ea"/>
              <a:cs typeface="Whitney Book" pitchFamily="50" charset="0"/>
            </a:endParaRPr>
          </a:p>
        </p:txBody>
      </p:sp>
      <p:sp>
        <p:nvSpPr>
          <p:cNvPr id="39" name="Line 4"/>
          <p:cNvSpPr>
            <a:spLocks noChangeShapeType="1"/>
          </p:cNvSpPr>
          <p:nvPr/>
        </p:nvSpPr>
        <p:spPr bwMode="auto">
          <a:xfrm>
            <a:off x="923610" y="6319203"/>
            <a:ext cx="5757862" cy="0"/>
          </a:xfrm>
          <a:prstGeom prst="line">
            <a:avLst/>
          </a:prstGeom>
          <a:noFill/>
          <a:ln w="38100">
            <a:solidFill>
              <a:schemeClr val="tx1"/>
            </a:solidFill>
            <a:round/>
            <a:headEnd/>
            <a:tailEnd type="triangle"/>
          </a:ln>
          <a:effec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Whitney Book" pitchFamily="50" charset="0"/>
              <a:ea typeface="+mn-ea"/>
              <a:cs typeface="Whitney Book" pitchFamily="50" charset="0"/>
            </a:endParaRPr>
          </a:p>
        </p:txBody>
      </p:sp>
      <p:sp>
        <p:nvSpPr>
          <p:cNvPr id="40" name="Text Box 5"/>
          <p:cNvSpPr txBox="1">
            <a:spLocks noChangeArrowheads="1"/>
          </p:cNvSpPr>
          <p:nvPr/>
        </p:nvSpPr>
        <p:spPr bwMode="auto">
          <a:xfrm>
            <a:off x="439422" y="1223125"/>
            <a:ext cx="638175" cy="375481"/>
          </a:xfrm>
          <a:prstGeom prst="rect">
            <a:avLst/>
          </a:prstGeom>
          <a:noFill/>
          <a:ln w="9525">
            <a:noFill/>
            <a:miter lim="800000"/>
            <a:headEnd/>
            <a:tailEnd/>
          </a:ln>
          <a:effectLst/>
        </p:spPr>
        <p:txBody>
          <a:bodyPr lIns="97530" tIns="48765" rIns="97530" bIns="48765">
            <a:spAutoFit/>
          </a:bodyPr>
          <a:lstStyle/>
          <a:p>
            <a:pPr marL="0" marR="0" lvl="0" indent="0" algn="l" defTabSz="974725" rtl="0" eaLnBrk="1" fontAlgn="auto" latinLnBrk="0" hangingPunct="1">
              <a:lnSpc>
                <a:spcPct val="100000"/>
              </a:lnSpc>
              <a:spcBef>
                <a:spcPct val="50000"/>
              </a:spcBef>
              <a:spcAft>
                <a:spcPts val="0"/>
              </a:spcAft>
              <a:buClrTx/>
              <a:buSzTx/>
              <a:buFontTx/>
              <a:buNone/>
              <a:tabLst/>
              <a:defRPr/>
            </a:pPr>
            <a:r>
              <a:rPr kumimoji="0" lang="en-US" sz="1800" b="0" i="1" u="none" strike="noStrike" kern="1200" cap="none" spc="0" normalizeH="0" baseline="0" noProof="0" dirty="0">
                <a:ln>
                  <a:noFill/>
                </a:ln>
                <a:solidFill>
                  <a:prstClr val="black"/>
                </a:solidFill>
                <a:effectLst/>
                <a:uLnTx/>
                <a:uFillTx/>
                <a:latin typeface="Whitney Book" pitchFamily="50" charset="0"/>
                <a:ea typeface="+mn-ea"/>
                <a:cs typeface="Whitney Book" pitchFamily="50" charset="0"/>
              </a:rPr>
              <a:t>P</a:t>
            </a:r>
          </a:p>
        </p:txBody>
      </p:sp>
      <p:sp>
        <p:nvSpPr>
          <p:cNvPr id="41" name="Text Box 6"/>
          <p:cNvSpPr txBox="1">
            <a:spLocks noChangeArrowheads="1"/>
          </p:cNvSpPr>
          <p:nvPr/>
        </p:nvSpPr>
        <p:spPr bwMode="auto">
          <a:xfrm>
            <a:off x="5759134" y="6363653"/>
            <a:ext cx="1490663" cy="406259"/>
          </a:xfrm>
          <a:prstGeom prst="rect">
            <a:avLst/>
          </a:prstGeom>
          <a:noFill/>
          <a:ln w="9525">
            <a:noFill/>
            <a:miter lim="800000"/>
            <a:headEnd/>
            <a:tailEnd/>
          </a:ln>
          <a:effectLst/>
        </p:spPr>
        <p:txBody>
          <a:bodyPr lIns="97530" tIns="48765" rIns="97530" bIns="48765">
            <a:spAutoFit/>
          </a:bodyPr>
          <a:lstStyle/>
          <a:p>
            <a:pPr marL="0" marR="0" lvl="0" indent="0" algn="l" defTabSz="974725" rtl="0" eaLnBrk="1" fontAlgn="auto" latinLnBrk="0" hangingPunct="1">
              <a:lnSpc>
                <a:spcPct val="100000"/>
              </a:lnSpc>
              <a:spcBef>
                <a:spcPct val="50000"/>
              </a:spcBef>
              <a:spcAft>
                <a:spcPts val="0"/>
              </a:spcAft>
              <a:buClrTx/>
              <a:buSzTx/>
              <a:buFontTx/>
              <a:buNone/>
              <a:tabLst/>
              <a:defRPr/>
            </a:pPr>
            <a:r>
              <a:rPr kumimoji="0" lang="en-US" sz="2000" b="0" i="1" u="none" strike="noStrike" kern="1200" cap="none" spc="0" normalizeH="0" baseline="0" noProof="0" dirty="0">
                <a:ln>
                  <a:noFill/>
                </a:ln>
                <a:solidFill>
                  <a:prstClr val="black"/>
                </a:solidFill>
                <a:effectLst/>
                <a:uLnTx/>
                <a:uFillTx/>
                <a:latin typeface="Whitney Book" pitchFamily="50" charset="0"/>
                <a:ea typeface="+mn-ea"/>
                <a:cs typeface="Whitney Book" pitchFamily="50" charset="0"/>
              </a:rPr>
              <a:t>Movies</a:t>
            </a:r>
          </a:p>
        </p:txBody>
      </p:sp>
      <p:sp>
        <p:nvSpPr>
          <p:cNvPr id="46" name="Line 12"/>
          <p:cNvSpPr>
            <a:spLocks noChangeShapeType="1"/>
          </p:cNvSpPr>
          <p:nvPr/>
        </p:nvSpPr>
        <p:spPr bwMode="auto">
          <a:xfrm>
            <a:off x="953772" y="2007553"/>
            <a:ext cx="2400300" cy="4341812"/>
          </a:xfrm>
          <a:prstGeom prst="line">
            <a:avLst/>
          </a:prstGeom>
          <a:noFill/>
          <a:ln w="38100">
            <a:solidFill>
              <a:srgbClr val="C00000"/>
            </a:solidFill>
            <a:round/>
            <a:headEnd/>
            <a:tailEnd/>
          </a:ln>
          <a:effec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Whitney Book" pitchFamily="50" charset="0"/>
              <a:ea typeface="+mn-ea"/>
              <a:cs typeface="Whitney Book" pitchFamily="50" charset="0"/>
            </a:endParaRPr>
          </a:p>
        </p:txBody>
      </p:sp>
      <p:sp>
        <p:nvSpPr>
          <p:cNvPr id="48" name="Line 14"/>
          <p:cNvSpPr>
            <a:spLocks noChangeShapeType="1"/>
          </p:cNvSpPr>
          <p:nvPr/>
        </p:nvSpPr>
        <p:spPr bwMode="auto">
          <a:xfrm>
            <a:off x="953772" y="2071054"/>
            <a:ext cx="1427017" cy="4693372"/>
          </a:xfrm>
          <a:prstGeom prst="line">
            <a:avLst/>
          </a:prstGeom>
          <a:noFill/>
          <a:ln w="25400">
            <a:solidFill>
              <a:srgbClr val="C00000"/>
            </a:solidFill>
            <a:prstDash val="dash"/>
            <a:round/>
            <a:headEnd/>
            <a:tailEnd/>
          </a:ln>
          <a:effec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Whitney Book" pitchFamily="50" charset="0"/>
              <a:ea typeface="+mn-ea"/>
              <a:cs typeface="Whitney Book" pitchFamily="50" charset="0"/>
            </a:endParaRPr>
          </a:p>
        </p:txBody>
      </p:sp>
      <p:sp>
        <p:nvSpPr>
          <p:cNvPr id="49" name="Text Box 15"/>
          <p:cNvSpPr txBox="1">
            <a:spLocks noChangeArrowheads="1"/>
          </p:cNvSpPr>
          <p:nvPr/>
        </p:nvSpPr>
        <p:spPr bwMode="auto">
          <a:xfrm>
            <a:off x="2329025" y="6382705"/>
            <a:ext cx="538405" cy="375481"/>
          </a:xfrm>
          <a:prstGeom prst="rect">
            <a:avLst/>
          </a:prstGeom>
          <a:noFill/>
          <a:ln w="9525">
            <a:noFill/>
            <a:miter lim="800000"/>
            <a:headEnd/>
            <a:tailEnd/>
          </a:ln>
          <a:effectLst/>
        </p:spPr>
        <p:txBody>
          <a:bodyPr wrap="none" lIns="97530" tIns="48765" rIns="97530" bIns="48765">
            <a:spAutoFit/>
          </a:bodyPr>
          <a:lstStyle/>
          <a:p>
            <a:pPr marL="0" marR="0" lvl="0" indent="0" algn="l" defTabSz="974725"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dirty="0">
                <a:ln>
                  <a:noFill/>
                </a:ln>
                <a:solidFill>
                  <a:srgbClr val="C00000"/>
                </a:solidFill>
                <a:effectLst/>
                <a:uLnTx/>
                <a:uFillTx/>
                <a:latin typeface="Whitney Book" pitchFamily="50" charset="0"/>
                <a:ea typeface="+mn-ea"/>
                <a:cs typeface="Whitney Book" pitchFamily="50" charset="0"/>
              </a:rPr>
              <a:t>MR</a:t>
            </a:r>
          </a:p>
        </p:txBody>
      </p:sp>
      <p:sp>
        <p:nvSpPr>
          <p:cNvPr id="50" name="Line 16"/>
          <p:cNvSpPr>
            <a:spLocks noChangeShapeType="1"/>
          </p:cNvSpPr>
          <p:nvPr/>
        </p:nvSpPr>
        <p:spPr bwMode="auto">
          <a:xfrm flipV="1">
            <a:off x="2230758" y="4364990"/>
            <a:ext cx="0" cy="1939925"/>
          </a:xfrm>
          <a:prstGeom prst="line">
            <a:avLst/>
          </a:prstGeom>
          <a:noFill/>
          <a:ln w="25400">
            <a:solidFill>
              <a:schemeClr val="tx1"/>
            </a:solidFill>
            <a:prstDash val="sysDot"/>
            <a:round/>
            <a:headEnd/>
            <a:tailEnd/>
          </a:ln>
          <a:effec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Whitney Book" pitchFamily="50" charset="0"/>
              <a:ea typeface="+mn-ea"/>
              <a:cs typeface="Whitney Book" pitchFamily="50" charset="0"/>
            </a:endParaRPr>
          </a:p>
        </p:txBody>
      </p:sp>
      <p:sp>
        <p:nvSpPr>
          <p:cNvPr id="51" name="Line 17"/>
          <p:cNvSpPr>
            <a:spLocks noChangeShapeType="1"/>
          </p:cNvSpPr>
          <p:nvPr/>
        </p:nvSpPr>
        <p:spPr bwMode="auto">
          <a:xfrm flipH="1">
            <a:off x="936310" y="4364990"/>
            <a:ext cx="1279525" cy="0"/>
          </a:xfrm>
          <a:prstGeom prst="line">
            <a:avLst/>
          </a:prstGeom>
          <a:noFill/>
          <a:ln w="25400">
            <a:solidFill>
              <a:schemeClr val="tx1"/>
            </a:solidFill>
            <a:prstDash val="sysDot"/>
            <a:round/>
            <a:headEnd/>
            <a:tailEnd/>
          </a:ln>
          <a:effec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Whitney Book" pitchFamily="50" charset="0"/>
              <a:ea typeface="+mn-ea"/>
              <a:cs typeface="Whitney Book" pitchFamily="50" charset="0"/>
            </a:endParaRPr>
          </a:p>
        </p:txBody>
      </p:sp>
      <p:sp>
        <p:nvSpPr>
          <p:cNvPr id="52" name="Text Box 18"/>
          <p:cNvSpPr txBox="1">
            <a:spLocks noChangeArrowheads="1"/>
          </p:cNvSpPr>
          <p:nvPr/>
        </p:nvSpPr>
        <p:spPr bwMode="auto">
          <a:xfrm>
            <a:off x="421958" y="4180840"/>
            <a:ext cx="780205" cy="375481"/>
          </a:xfrm>
          <a:prstGeom prst="rect">
            <a:avLst/>
          </a:prstGeom>
          <a:noFill/>
          <a:ln w="9525">
            <a:noFill/>
            <a:miter lim="800000"/>
            <a:headEnd/>
            <a:tailEnd/>
          </a:ln>
          <a:effectLst/>
        </p:spPr>
        <p:txBody>
          <a:bodyPr wrap="square" lIns="97530" tIns="48765" rIns="97530" bIns="48765">
            <a:spAutoFit/>
          </a:bodyPr>
          <a:lstStyle/>
          <a:p>
            <a:pPr marL="0" marR="0" lvl="0" indent="0" algn="l" defTabSz="974725" rtl="0" eaLnBrk="1" fontAlgn="auto" latinLnBrk="0" hangingPunct="1">
              <a:lnSpc>
                <a:spcPct val="100000"/>
              </a:lnSpc>
              <a:spcBef>
                <a:spcPct val="5000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Whitney Book" pitchFamily="50" charset="0"/>
                <a:ea typeface="+mn-ea"/>
                <a:cs typeface="Whitney Book" pitchFamily="50" charset="0"/>
              </a:rPr>
              <a:t>$1</a:t>
            </a:r>
          </a:p>
        </p:txBody>
      </p:sp>
      <p:sp>
        <p:nvSpPr>
          <p:cNvPr id="53" name="Text Box 19"/>
          <p:cNvSpPr txBox="1">
            <a:spLocks noChangeArrowheads="1"/>
          </p:cNvSpPr>
          <p:nvPr/>
        </p:nvSpPr>
        <p:spPr bwMode="auto">
          <a:xfrm>
            <a:off x="2004176" y="6319827"/>
            <a:ext cx="722313" cy="375481"/>
          </a:xfrm>
          <a:prstGeom prst="rect">
            <a:avLst/>
          </a:prstGeom>
          <a:noFill/>
          <a:ln w="9525">
            <a:noFill/>
            <a:miter lim="800000"/>
            <a:headEnd/>
            <a:tailEnd/>
          </a:ln>
          <a:effectLst/>
        </p:spPr>
        <p:txBody>
          <a:bodyPr lIns="97530" tIns="48765" rIns="97530" bIns="48765">
            <a:spAutoFit/>
          </a:bodyPr>
          <a:lstStyle/>
          <a:p>
            <a:pPr marL="0" marR="0" lvl="0" indent="0" algn="l" defTabSz="974725" rtl="0" eaLnBrk="1" fontAlgn="auto" latinLnBrk="0" hangingPunct="1">
              <a:lnSpc>
                <a:spcPct val="100000"/>
              </a:lnSpc>
              <a:spcBef>
                <a:spcPct val="5000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Whitney Book" pitchFamily="50" charset="0"/>
                <a:ea typeface="+mn-ea"/>
                <a:cs typeface="Whitney Book" pitchFamily="50" charset="0"/>
              </a:rPr>
              <a:t>8</a:t>
            </a:r>
          </a:p>
        </p:txBody>
      </p:sp>
      <p:grpSp>
        <p:nvGrpSpPr>
          <p:cNvPr id="5" name="Group 4">
            <a:extLst>
              <a:ext uri="{FF2B5EF4-FFF2-40B4-BE49-F238E27FC236}">
                <a16:creationId xmlns:a16="http://schemas.microsoft.com/office/drawing/2014/main" id="{4A4D363E-4F3B-40FE-81EB-279542198EA1}"/>
              </a:ext>
            </a:extLst>
          </p:cNvPr>
          <p:cNvGrpSpPr/>
          <p:nvPr/>
        </p:nvGrpSpPr>
        <p:grpSpPr>
          <a:xfrm>
            <a:off x="464136" y="1840349"/>
            <a:ext cx="3695790" cy="4843423"/>
            <a:chOff x="307539" y="1840349"/>
            <a:chExt cx="3695790" cy="4843423"/>
          </a:xfrm>
        </p:grpSpPr>
        <p:grpSp>
          <p:nvGrpSpPr>
            <p:cNvPr id="4" name="Group 3">
              <a:extLst>
                <a:ext uri="{FF2B5EF4-FFF2-40B4-BE49-F238E27FC236}">
                  <a16:creationId xmlns:a16="http://schemas.microsoft.com/office/drawing/2014/main" id="{89E4FCC4-3156-46D9-9919-F9A776ACA431}"/>
                </a:ext>
              </a:extLst>
            </p:cNvPr>
            <p:cNvGrpSpPr/>
            <p:nvPr/>
          </p:nvGrpSpPr>
          <p:grpSpPr>
            <a:xfrm>
              <a:off x="307539" y="1840349"/>
              <a:ext cx="3695790" cy="4354771"/>
              <a:chOff x="307539" y="1840349"/>
              <a:chExt cx="3695790" cy="4354771"/>
            </a:xfrm>
          </p:grpSpPr>
          <p:sp>
            <p:nvSpPr>
              <p:cNvPr id="45" name="Text Box 11"/>
              <p:cNvSpPr txBox="1">
                <a:spLocks noChangeArrowheads="1"/>
              </p:cNvSpPr>
              <p:nvPr/>
            </p:nvSpPr>
            <p:spPr bwMode="auto">
              <a:xfrm>
                <a:off x="3201642" y="5819639"/>
                <a:ext cx="801687" cy="375481"/>
              </a:xfrm>
              <a:prstGeom prst="rect">
                <a:avLst/>
              </a:prstGeom>
              <a:noFill/>
              <a:ln w="9525">
                <a:noFill/>
                <a:miter lim="800000"/>
                <a:headEnd/>
                <a:tailEnd/>
              </a:ln>
              <a:effectLst/>
            </p:spPr>
            <p:txBody>
              <a:bodyPr lIns="97530" tIns="48765" rIns="97530" bIns="48765">
                <a:spAutoFit/>
              </a:bodyPr>
              <a:lstStyle/>
              <a:p>
                <a:pPr marL="0" marR="0" lvl="0" indent="0" algn="l" defTabSz="974725" rtl="0" eaLnBrk="1" fontAlgn="auto" latinLnBrk="0" hangingPunct="1">
                  <a:lnSpc>
                    <a:spcPct val="100000"/>
                  </a:lnSpc>
                  <a:spcBef>
                    <a:spcPct val="50000"/>
                  </a:spcBef>
                  <a:spcAft>
                    <a:spcPts val="0"/>
                  </a:spcAft>
                  <a:buClrTx/>
                  <a:buSzTx/>
                  <a:buFontTx/>
                  <a:buNone/>
                  <a:tabLst/>
                  <a:defRPr/>
                </a:pPr>
                <a:r>
                  <a:rPr kumimoji="0" lang="en-US" sz="1800" b="0" i="1" u="none" strike="noStrike" kern="1200" cap="none" spc="0" normalizeH="0" baseline="0" noProof="0" dirty="0">
                    <a:ln>
                      <a:noFill/>
                    </a:ln>
                    <a:solidFill>
                      <a:srgbClr val="C00000"/>
                    </a:solidFill>
                    <a:effectLst/>
                    <a:uLnTx/>
                    <a:uFillTx/>
                    <a:latin typeface="Whitney Book" pitchFamily="50" charset="0"/>
                    <a:ea typeface="+mn-ea"/>
                    <a:cs typeface="Whitney Book" pitchFamily="50" charset="0"/>
                  </a:rPr>
                  <a:t>D</a:t>
                </a:r>
              </a:p>
            </p:txBody>
          </p:sp>
          <p:sp>
            <p:nvSpPr>
              <p:cNvPr id="56" name="TextBox 55"/>
              <p:cNvSpPr txBox="1"/>
              <p:nvPr/>
            </p:nvSpPr>
            <p:spPr>
              <a:xfrm>
                <a:off x="307539" y="1840349"/>
                <a:ext cx="704005"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Whitney Book" pitchFamily="50" charset="0"/>
                    <a:ea typeface="+mn-ea"/>
                    <a:cs typeface="Whitney Book" pitchFamily="50" charset="0"/>
                  </a:rPr>
                  <a:t>$2</a:t>
                </a:r>
              </a:p>
            </p:txBody>
          </p:sp>
        </p:grpSp>
        <p:sp>
          <p:nvSpPr>
            <p:cNvPr id="57" name="TextBox 56"/>
            <p:cNvSpPr txBox="1"/>
            <p:nvPr/>
          </p:nvSpPr>
          <p:spPr>
            <a:xfrm>
              <a:off x="3170237" y="6314440"/>
              <a:ext cx="574360"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Whitney Book" pitchFamily="50" charset="0"/>
                  <a:ea typeface="+mn-ea"/>
                  <a:cs typeface="Whitney Book" pitchFamily="50" charset="0"/>
                </a:rPr>
                <a:t>16</a:t>
              </a:r>
            </a:p>
          </p:txBody>
        </p:sp>
      </p:grpSp>
      <p:grpSp>
        <p:nvGrpSpPr>
          <p:cNvPr id="12" name="Group 11">
            <a:extLst>
              <a:ext uri="{FF2B5EF4-FFF2-40B4-BE49-F238E27FC236}">
                <a16:creationId xmlns:a16="http://schemas.microsoft.com/office/drawing/2014/main" id="{23B721AE-A143-4571-A6C5-6A6C47033467}"/>
              </a:ext>
            </a:extLst>
          </p:cNvPr>
          <p:cNvGrpSpPr/>
          <p:nvPr/>
        </p:nvGrpSpPr>
        <p:grpSpPr>
          <a:xfrm>
            <a:off x="916183" y="4374516"/>
            <a:ext cx="1303161" cy="1918805"/>
            <a:chOff x="916183" y="4374516"/>
            <a:chExt cx="1303161" cy="1918805"/>
          </a:xfrm>
        </p:grpSpPr>
        <p:sp>
          <p:nvSpPr>
            <p:cNvPr id="54" name="Rectangle 25"/>
            <p:cNvSpPr>
              <a:spLocks noChangeArrowheads="1"/>
            </p:cNvSpPr>
            <p:nvPr/>
          </p:nvSpPr>
          <p:spPr bwMode="auto">
            <a:xfrm>
              <a:off x="916183" y="4374516"/>
              <a:ext cx="1303161" cy="1918805"/>
            </a:xfrm>
            <a:prstGeom prst="rect">
              <a:avLst/>
            </a:prstGeom>
            <a:solidFill>
              <a:srgbClr val="FFFF00"/>
            </a:solidFill>
            <a:ln w="9525">
              <a:solidFill>
                <a:schemeClr val="tx1"/>
              </a:solidFill>
              <a:miter lim="800000"/>
              <a:headEnd/>
              <a:tailEnd/>
            </a:ln>
            <a:effectLst/>
          </p:spPr>
          <p:txBody>
            <a:bodyPr wrap="none" lIns="104025" tIns="52013" rIns="104025" bIns="52013" anchor="ctr"/>
            <a:lstStyle/>
            <a:p>
              <a:pPr marL="0" marR="0" lvl="0" indent="0" algn="ctr" defTabSz="974725"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prstClr val="black"/>
                </a:solidFill>
                <a:effectLst/>
                <a:uLnTx/>
                <a:uFillTx/>
                <a:latin typeface="Whitney Book" pitchFamily="50" charset="0"/>
                <a:ea typeface="+mn-ea"/>
                <a:cs typeface="Whitney Book" pitchFamily="50" charset="0"/>
              </a:endParaRPr>
            </a:p>
          </p:txBody>
        </p:sp>
        <p:sp>
          <p:nvSpPr>
            <p:cNvPr id="58" name="Rectangle 57"/>
            <p:cNvSpPr/>
            <p:nvPr/>
          </p:nvSpPr>
          <p:spPr>
            <a:xfrm>
              <a:off x="1056704" y="4837621"/>
              <a:ext cx="1071126" cy="707886"/>
            </a:xfrm>
            <a:prstGeom prst="rect">
              <a:avLst/>
            </a:prstGeom>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Whitney Book" pitchFamily="50" charset="0"/>
                  <a:ea typeface="+mn-ea"/>
                  <a:cs typeface="Whitney Book" pitchFamily="50" charset="0"/>
                </a:rPr>
                <a:t>Max. TR</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Whitney Book" pitchFamily="50" charset="0"/>
                  <a:ea typeface="+mn-ea"/>
                  <a:cs typeface="Whitney Book" pitchFamily="50" charset="0"/>
                </a:rPr>
                <a:t>=$8</a:t>
              </a:r>
            </a:p>
          </p:txBody>
        </p:sp>
      </p:grpSp>
      <p:pic>
        <p:nvPicPr>
          <p:cNvPr id="59" name="Picture 2" descr="http://www.top10base.com/wp-content/uploads/2015/05/tips-to-enhance-Netflix.jpg"/>
          <p:cNvPicPr>
            <a:picLocks noChangeAspect="1" noChangeArrowheads="1"/>
          </p:cNvPicPr>
          <p:nvPr/>
        </p:nvPicPr>
        <p:blipFill>
          <a:blip r:embed="rId3" cstate="print">
            <a:extLst>
              <a:ext uri="{BEBA8EAE-BF5A-486C-A8C5-ECC9F3942E4B}">
                <a14:imgProps xmlns:a14="http://schemas.microsoft.com/office/drawing/2010/main">
                  <a14:imgLayer r:embed="rId4">
                    <a14:imgEffect>
                      <a14:backgroundRemoval t="0" b="100000" l="643" r="100000">
                        <a14:foregroundMark x1="27298" y1="27793" x2="50460" y2="34840"/>
                        <a14:foregroundMark x1="42096" y1="25133" x2="41820" y2="43750"/>
                      </a14:backgroundRemoval>
                    </a14:imgEffect>
                  </a14:imgLayer>
                </a14:imgProps>
              </a:ext>
              <a:ext uri="{28A0092B-C50C-407E-A947-70E740481C1C}">
                <a14:useLocalDpi xmlns:a14="http://schemas.microsoft.com/office/drawing/2010/main" val="0"/>
              </a:ext>
            </a:extLst>
          </a:blip>
          <a:srcRect/>
          <a:stretch>
            <a:fillRect/>
          </a:stretch>
        </p:blipFill>
        <p:spPr bwMode="auto">
          <a:xfrm>
            <a:off x="5083555" y="1543209"/>
            <a:ext cx="3773340" cy="2608044"/>
          </a:xfrm>
          <a:prstGeom prst="rect">
            <a:avLst/>
          </a:prstGeom>
          <a:noFill/>
          <a:extLst>
            <a:ext uri="{909E8E84-426E-40dd-AFC4-6F175D3DCCD1}">
              <a14:hiddenFill xmlns:a14="http://schemas.microsoft.com/office/drawing/2010/main" xmlns="">
                <a:solidFill>
                  <a:srgbClr val="FFFFFF"/>
                </a:solidFill>
              </a14:hiddenFill>
            </a:ext>
          </a:extLst>
        </p:spPr>
      </p:pic>
      <p:sp>
        <p:nvSpPr>
          <p:cNvPr id="3" name="Slide Number Placeholder 2"/>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F3206DB-9488-D04D-BDD1-A7C9D84C4579}" type="slidenum">
              <a:rPr kumimoji="0" lang="en-US" sz="1000" b="0" i="0" u="none" strike="noStrike" kern="1200" cap="none" spc="300" normalizeH="0" baseline="0" noProof="0" smtClean="0">
                <a:ln>
                  <a:noFill/>
                </a:ln>
                <a:solidFill>
                  <a:prstClr val="black">
                    <a:lumMod val="65000"/>
                    <a:lumOff val="35000"/>
                  </a:prstClr>
                </a:solidFill>
                <a:effectLst/>
                <a:uLnTx/>
                <a:uFillTx/>
                <a:latin typeface="Whitney Book" pitchFamily="50" charset="0"/>
                <a:ea typeface="+mn-ea"/>
                <a:cs typeface="Whitney Book" pitchFamily="50" charset="0"/>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en-US" sz="1000" b="0" i="0" u="none" strike="noStrike" kern="1200" cap="none" spc="300" normalizeH="0" baseline="0" noProof="0">
              <a:ln>
                <a:noFill/>
              </a:ln>
              <a:solidFill>
                <a:prstClr val="black">
                  <a:lumMod val="65000"/>
                  <a:lumOff val="35000"/>
                </a:prstClr>
              </a:solidFill>
              <a:effectLst/>
              <a:uLnTx/>
              <a:uFillTx/>
              <a:latin typeface="Whitney Book" pitchFamily="50" charset="0"/>
              <a:ea typeface="+mn-ea"/>
              <a:cs typeface="Whitney Book" pitchFamily="50" charset="0"/>
            </a:endParaRPr>
          </a:p>
        </p:txBody>
      </p:sp>
      <p:sp>
        <p:nvSpPr>
          <p:cNvPr id="26" name="Text Box 11">
            <a:extLst>
              <a:ext uri="{FF2B5EF4-FFF2-40B4-BE49-F238E27FC236}">
                <a16:creationId xmlns:a16="http://schemas.microsoft.com/office/drawing/2014/main" id="{5DF16823-D5A2-3E4E-98CF-D47BAF60AD28}"/>
              </a:ext>
            </a:extLst>
          </p:cNvPr>
          <p:cNvSpPr txBox="1">
            <a:spLocks noChangeArrowheads="1"/>
          </p:cNvSpPr>
          <p:nvPr/>
        </p:nvSpPr>
        <p:spPr bwMode="auto">
          <a:xfrm>
            <a:off x="1208800" y="1925277"/>
            <a:ext cx="1968075" cy="467814"/>
          </a:xfrm>
          <a:prstGeom prst="rect">
            <a:avLst/>
          </a:prstGeom>
          <a:noFill/>
          <a:ln w="9525">
            <a:noFill/>
            <a:miter lim="800000"/>
            <a:headEnd/>
            <a:tailEnd/>
          </a:ln>
          <a:effectLst/>
        </p:spPr>
        <p:txBody>
          <a:bodyPr wrap="square" lIns="97530" tIns="48765" rIns="97530" bIns="48765">
            <a:spAutoFit/>
          </a:bodyPr>
          <a:lstStyle/>
          <a:p>
            <a:pPr marL="0" marR="0" lvl="0" indent="0" algn="l" defTabSz="974725" rtl="0" eaLnBrk="1" fontAlgn="auto" latinLnBrk="0" hangingPunct="1">
              <a:lnSpc>
                <a:spcPct val="100000"/>
              </a:lnSpc>
              <a:spcBef>
                <a:spcPct val="50000"/>
              </a:spcBef>
              <a:spcAft>
                <a:spcPts val="0"/>
              </a:spcAft>
              <a:buClrTx/>
              <a:buSzTx/>
              <a:buFontTx/>
              <a:buNone/>
              <a:tabLst/>
              <a:defRPr/>
            </a:pPr>
            <a:r>
              <a:rPr kumimoji="0" lang="en-US" sz="2400" b="0" i="1" u="none" strike="noStrike" kern="1200" cap="none" spc="0" normalizeH="0" baseline="0" noProof="0" dirty="0">
                <a:ln>
                  <a:noFill/>
                </a:ln>
                <a:solidFill>
                  <a:srgbClr val="C00000"/>
                </a:solidFill>
                <a:effectLst/>
                <a:uLnTx/>
                <a:uFillTx/>
                <a:latin typeface="Whitney Book" pitchFamily="50" charset="0"/>
                <a:ea typeface="+mn-ea"/>
                <a:cs typeface="Whitney Book" pitchFamily="50" charset="0"/>
              </a:rPr>
              <a:t>P=2-Q/8</a:t>
            </a:r>
          </a:p>
        </p:txBody>
      </p:sp>
      <p:sp>
        <p:nvSpPr>
          <p:cNvPr id="25" name="Rectangle 24">
            <a:extLst>
              <a:ext uri="{FF2B5EF4-FFF2-40B4-BE49-F238E27FC236}">
                <a16:creationId xmlns:a16="http://schemas.microsoft.com/office/drawing/2014/main" id="{E55B9D16-D3F1-4931-951C-37BCB7F5A2B6}"/>
              </a:ext>
            </a:extLst>
          </p:cNvPr>
          <p:cNvSpPr>
            <a:spLocks noChangeArrowheads="1"/>
          </p:cNvSpPr>
          <p:nvPr/>
        </p:nvSpPr>
        <p:spPr bwMode="auto">
          <a:xfrm>
            <a:off x="1932037" y="2705279"/>
            <a:ext cx="2553306" cy="740954"/>
          </a:xfrm>
          <a:prstGeom prst="rect">
            <a:avLst/>
          </a:prstGeom>
          <a:noFill/>
          <a:ln w="25400">
            <a:solidFill>
              <a:schemeClr val="tx2"/>
            </a:solidFill>
            <a:miter lim="800000"/>
            <a:headEnd/>
            <a:tailEnd/>
          </a:ln>
          <a:effectLst/>
        </p:spPr>
        <p:txBody>
          <a:bodyPr wrap="none" lIns="19050" tIns="26988" rIns="19050" bIns="26988" anchor="ctr"/>
          <a:lstStyle/>
          <a:p>
            <a:pPr marL="0" marR="0" lvl="0" indent="0" algn="ctr" defTabSz="457200" rtl="0" eaLnBrk="1" fontAlgn="auto" latinLnBrk="0" hangingPunct="1">
              <a:lnSpc>
                <a:spcPct val="100000"/>
              </a:lnSpc>
              <a:spcBef>
                <a:spcPts val="0"/>
              </a:spcBef>
              <a:buClrTx/>
              <a:buSzTx/>
              <a:buFontTx/>
              <a:buNone/>
              <a:tabLst>
                <a:tab pos="457200" algn="l"/>
                <a:tab pos="914400" algn="l"/>
                <a:tab pos="1371600" algn="l"/>
              </a:tabLst>
              <a:defRPr/>
            </a:pPr>
            <a:r>
              <a:rPr kumimoji="0" lang="en-US" sz="1800" b="0" i="0" u="none" strike="noStrike" kern="1200" cap="none" spc="0" normalizeH="0" baseline="0" noProof="0" dirty="0">
                <a:ln>
                  <a:noFill/>
                </a:ln>
                <a:solidFill>
                  <a:schemeClr val="accent1">
                    <a:lumMod val="75000"/>
                  </a:schemeClr>
                </a:solidFill>
                <a:effectLst/>
                <a:uLnTx/>
                <a:uFillTx/>
                <a:latin typeface="Whitney Book" pitchFamily="50" charset="0"/>
                <a:ea typeface="+mn-ea"/>
                <a:cs typeface="Whitney Book" pitchFamily="50" charset="0"/>
              </a:rPr>
              <a:t>Since MC = 0, profit max. </a:t>
            </a:r>
          </a:p>
          <a:p>
            <a:pPr marL="0" marR="0" lvl="0" indent="0" algn="ctr" defTabSz="457200" rtl="0" eaLnBrk="1" fontAlgn="auto" latinLnBrk="0" hangingPunct="1">
              <a:lnSpc>
                <a:spcPct val="100000"/>
              </a:lnSpc>
              <a:spcBef>
                <a:spcPts val="0"/>
              </a:spcBef>
              <a:buClrTx/>
              <a:buSzTx/>
              <a:buFontTx/>
              <a:buNone/>
              <a:tabLst>
                <a:tab pos="457200" algn="l"/>
                <a:tab pos="914400" algn="l"/>
                <a:tab pos="1371600" algn="l"/>
              </a:tabLst>
              <a:defRPr/>
            </a:pPr>
            <a:r>
              <a:rPr kumimoji="0" lang="en-US" sz="1800" b="0" i="0" u="none" strike="noStrike" kern="1200" cap="none" spc="0" normalizeH="0" baseline="0" noProof="0" dirty="0">
                <a:ln>
                  <a:noFill/>
                </a:ln>
                <a:solidFill>
                  <a:schemeClr val="accent1">
                    <a:lumMod val="75000"/>
                  </a:schemeClr>
                </a:solidFill>
                <a:effectLst/>
                <a:uLnTx/>
                <a:uFillTx/>
                <a:latin typeface="Whitney Book" pitchFamily="50" charset="0"/>
                <a:ea typeface="+mn-ea"/>
                <a:cs typeface="Whitney Book" pitchFamily="50" charset="0"/>
              </a:rPr>
              <a:t>implies:</a:t>
            </a:r>
            <a:r>
              <a:rPr kumimoji="0" lang="en-US" sz="1800" b="0" i="0" u="none" strike="noStrike" kern="1200" cap="none" spc="0" normalizeH="0" noProof="0" dirty="0">
                <a:ln>
                  <a:noFill/>
                </a:ln>
                <a:solidFill>
                  <a:schemeClr val="accent1">
                    <a:lumMod val="75000"/>
                  </a:schemeClr>
                </a:solidFill>
                <a:effectLst/>
                <a:uLnTx/>
                <a:uFillTx/>
                <a:latin typeface="Whitney Book" pitchFamily="50" charset="0"/>
                <a:ea typeface="+mn-ea"/>
                <a:cs typeface="Whitney Book" pitchFamily="50" charset="0"/>
              </a:rPr>
              <a:t> MR=MC=0</a:t>
            </a:r>
            <a:endParaRPr kumimoji="0" lang="en-US" sz="1800" b="0" i="0" u="none" strike="noStrike" kern="1200" cap="none" spc="0" normalizeH="0" baseline="0" noProof="0" dirty="0">
              <a:ln>
                <a:noFill/>
              </a:ln>
              <a:solidFill>
                <a:schemeClr val="accent1">
                  <a:lumMod val="75000"/>
                </a:schemeClr>
              </a:solidFill>
              <a:effectLst/>
              <a:uLnTx/>
              <a:uFillTx/>
              <a:latin typeface="Whitney Book" pitchFamily="50" charset="0"/>
              <a:ea typeface="+mn-ea"/>
              <a:cs typeface="Whitney Book" pitchFamily="50" charset="0"/>
            </a:endParaRPr>
          </a:p>
        </p:txBody>
      </p:sp>
      <p:grpSp>
        <p:nvGrpSpPr>
          <p:cNvPr id="11" name="Group 10">
            <a:extLst>
              <a:ext uri="{FF2B5EF4-FFF2-40B4-BE49-F238E27FC236}">
                <a16:creationId xmlns:a16="http://schemas.microsoft.com/office/drawing/2014/main" id="{247AB9BF-819B-4F93-AA8E-E1544C0D7189}"/>
              </a:ext>
            </a:extLst>
          </p:cNvPr>
          <p:cNvGrpSpPr/>
          <p:nvPr/>
        </p:nvGrpSpPr>
        <p:grpSpPr>
          <a:xfrm>
            <a:off x="2329026" y="3942329"/>
            <a:ext cx="2754529" cy="656487"/>
            <a:chOff x="2329026" y="3942329"/>
            <a:chExt cx="2754529" cy="656487"/>
          </a:xfrm>
        </p:grpSpPr>
        <p:sp>
          <p:nvSpPr>
            <p:cNvPr id="55" name="Rectangle 24"/>
            <p:cNvSpPr>
              <a:spLocks noChangeArrowheads="1"/>
            </p:cNvSpPr>
            <p:nvPr/>
          </p:nvSpPr>
          <p:spPr bwMode="auto">
            <a:xfrm>
              <a:off x="2530249" y="3942329"/>
              <a:ext cx="2553306" cy="656487"/>
            </a:xfrm>
            <a:prstGeom prst="rect">
              <a:avLst/>
            </a:prstGeom>
            <a:noFill/>
            <a:ln w="25400">
              <a:noFill/>
              <a:miter lim="800000"/>
              <a:headEnd/>
              <a:tailEnd/>
            </a:ln>
            <a:effectLst/>
          </p:spPr>
          <p:txBody>
            <a:bodyPr wrap="none" lIns="19050" tIns="26988" rIns="19050" bIns="26988" anchor="ctr"/>
            <a:lstStyle/>
            <a:p>
              <a:pPr marL="0" marR="0" lvl="0" indent="0" algn="ctr" defTabSz="457200" rtl="0" eaLnBrk="1" fontAlgn="auto" latinLnBrk="0" hangingPunct="1">
                <a:lnSpc>
                  <a:spcPct val="100000"/>
                </a:lnSpc>
                <a:spcBef>
                  <a:spcPts val="0"/>
                </a:spcBef>
                <a:buClrTx/>
                <a:buSzTx/>
                <a:buFontTx/>
                <a:buNone/>
                <a:tabLst>
                  <a:tab pos="457200" algn="l"/>
                  <a:tab pos="914400" algn="l"/>
                  <a:tab pos="1371600" algn="l"/>
                </a:tabLst>
                <a:defRPr/>
              </a:pPr>
              <a:r>
                <a:rPr kumimoji="0" lang="en-US" sz="1400" b="0" i="0" u="none" strike="noStrike" kern="1200" cap="none" spc="0" normalizeH="0" baseline="0" noProof="0" dirty="0">
                  <a:ln>
                    <a:noFill/>
                  </a:ln>
                  <a:effectLst/>
                  <a:uLnTx/>
                  <a:uFillTx/>
                  <a:latin typeface="Whitney Book" pitchFamily="50" charset="0"/>
                  <a:ea typeface="+mn-ea"/>
                  <a:cs typeface="Whitney Book" pitchFamily="50" charset="0"/>
                </a:rPr>
                <a:t>Under simple pricing, Netflix </a:t>
              </a:r>
            </a:p>
            <a:p>
              <a:pPr marL="0" marR="0" lvl="0" indent="0" algn="ctr" defTabSz="457200" rtl="0" eaLnBrk="1" fontAlgn="auto" latinLnBrk="0" hangingPunct="1">
                <a:lnSpc>
                  <a:spcPct val="100000"/>
                </a:lnSpc>
                <a:spcBef>
                  <a:spcPts val="0"/>
                </a:spcBef>
                <a:buClrTx/>
                <a:buSzTx/>
                <a:buFontTx/>
                <a:buNone/>
                <a:tabLst>
                  <a:tab pos="457200" algn="l"/>
                  <a:tab pos="914400" algn="l"/>
                  <a:tab pos="1371600" algn="l"/>
                </a:tabLst>
                <a:defRPr/>
              </a:pPr>
              <a:r>
                <a:rPr kumimoji="0" lang="en-US" sz="1400" b="0" i="0" u="none" strike="noStrike" kern="1200" cap="none" spc="0" normalizeH="0" baseline="0" noProof="0" dirty="0">
                  <a:ln>
                    <a:noFill/>
                  </a:ln>
                  <a:effectLst/>
                  <a:uLnTx/>
                  <a:uFillTx/>
                  <a:latin typeface="Whitney Book" pitchFamily="50" charset="0"/>
                  <a:ea typeface="+mn-ea"/>
                  <a:cs typeface="Whitney Book" pitchFamily="50" charset="0"/>
                </a:rPr>
                <a:t>would charge $1 per movie</a:t>
              </a:r>
            </a:p>
          </p:txBody>
        </p:sp>
        <p:cxnSp>
          <p:nvCxnSpPr>
            <p:cNvPr id="9" name="Straight Arrow Connector 8">
              <a:extLst>
                <a:ext uri="{FF2B5EF4-FFF2-40B4-BE49-F238E27FC236}">
                  <a16:creationId xmlns:a16="http://schemas.microsoft.com/office/drawing/2014/main" id="{5FB2CD88-64D1-4AA6-8758-C295B3DBFB98}"/>
                </a:ext>
              </a:extLst>
            </p:cNvPr>
            <p:cNvCxnSpPr>
              <a:cxnSpLocks/>
            </p:cNvCxnSpPr>
            <p:nvPr/>
          </p:nvCxnSpPr>
          <p:spPr>
            <a:xfrm flipH="1">
              <a:off x="2329026" y="4299282"/>
              <a:ext cx="399647" cy="75234"/>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grpSp>
        <p:nvGrpSpPr>
          <p:cNvPr id="15" name="Group 14">
            <a:extLst>
              <a:ext uri="{FF2B5EF4-FFF2-40B4-BE49-F238E27FC236}">
                <a16:creationId xmlns:a16="http://schemas.microsoft.com/office/drawing/2014/main" id="{D0D12DDD-BD14-4664-A2F2-A013585A799A}"/>
              </a:ext>
            </a:extLst>
          </p:cNvPr>
          <p:cNvGrpSpPr/>
          <p:nvPr/>
        </p:nvGrpSpPr>
        <p:grpSpPr>
          <a:xfrm>
            <a:off x="936310" y="5899273"/>
            <a:ext cx="5606886" cy="375481"/>
            <a:chOff x="936310" y="5899273"/>
            <a:chExt cx="5606886" cy="375481"/>
          </a:xfrm>
        </p:grpSpPr>
        <p:cxnSp>
          <p:nvCxnSpPr>
            <p:cNvPr id="14" name="Straight Connector 13">
              <a:extLst>
                <a:ext uri="{FF2B5EF4-FFF2-40B4-BE49-F238E27FC236}">
                  <a16:creationId xmlns:a16="http://schemas.microsoft.com/office/drawing/2014/main" id="{14758F8C-814D-4FC2-9B3B-B4AB69EB2C78}"/>
                </a:ext>
              </a:extLst>
            </p:cNvPr>
            <p:cNvCxnSpPr/>
            <p:nvPr/>
          </p:nvCxnSpPr>
          <p:spPr>
            <a:xfrm flipH="1">
              <a:off x="936310" y="6261047"/>
              <a:ext cx="5120245" cy="0"/>
            </a:xfrm>
            <a:prstGeom prst="line">
              <a:avLst/>
            </a:prstGeom>
            <a:ln w="38100"/>
          </p:spPr>
          <p:style>
            <a:lnRef idx="2">
              <a:schemeClr val="accent1"/>
            </a:lnRef>
            <a:fillRef idx="0">
              <a:schemeClr val="accent1"/>
            </a:fillRef>
            <a:effectRef idx="1">
              <a:schemeClr val="accent1"/>
            </a:effectRef>
            <a:fontRef idx="minor">
              <a:schemeClr val="tx1"/>
            </a:fontRef>
          </p:style>
        </p:cxnSp>
        <p:sp>
          <p:nvSpPr>
            <p:cNvPr id="35" name="Text Box 11">
              <a:extLst>
                <a:ext uri="{FF2B5EF4-FFF2-40B4-BE49-F238E27FC236}">
                  <a16:creationId xmlns:a16="http://schemas.microsoft.com/office/drawing/2014/main" id="{E7E82092-E71E-4A29-912C-6AB6FBC08E22}"/>
                </a:ext>
              </a:extLst>
            </p:cNvPr>
            <p:cNvSpPr txBox="1">
              <a:spLocks noChangeArrowheads="1"/>
            </p:cNvSpPr>
            <p:nvPr/>
          </p:nvSpPr>
          <p:spPr bwMode="auto">
            <a:xfrm>
              <a:off x="5741509" y="5899273"/>
              <a:ext cx="801687" cy="375481"/>
            </a:xfrm>
            <a:prstGeom prst="rect">
              <a:avLst/>
            </a:prstGeom>
            <a:noFill/>
            <a:ln w="9525">
              <a:noFill/>
              <a:miter lim="800000"/>
              <a:headEnd/>
              <a:tailEnd/>
            </a:ln>
            <a:effectLst/>
          </p:spPr>
          <p:txBody>
            <a:bodyPr lIns="97530" tIns="48765" rIns="97530" bIns="48765">
              <a:spAutoFit/>
            </a:bodyPr>
            <a:lstStyle/>
            <a:p>
              <a:pPr marL="0" marR="0" lvl="0" indent="0" algn="l" defTabSz="974725" rtl="0" eaLnBrk="1" fontAlgn="auto" latinLnBrk="0" hangingPunct="1">
                <a:lnSpc>
                  <a:spcPct val="100000"/>
                </a:lnSpc>
                <a:spcBef>
                  <a:spcPct val="50000"/>
                </a:spcBef>
                <a:spcAft>
                  <a:spcPts val="0"/>
                </a:spcAft>
                <a:buClrTx/>
                <a:buSzTx/>
                <a:buFontTx/>
                <a:buNone/>
                <a:tabLst/>
                <a:defRPr/>
              </a:pPr>
              <a:r>
                <a:rPr kumimoji="0" lang="en-US" sz="1800" b="0" i="1" u="none" strike="noStrike" kern="1200" cap="none" spc="0" normalizeH="0" baseline="0" noProof="0" dirty="0">
                  <a:ln>
                    <a:noFill/>
                  </a:ln>
                  <a:solidFill>
                    <a:srgbClr val="0070C0"/>
                  </a:solidFill>
                  <a:effectLst/>
                  <a:uLnTx/>
                  <a:uFillTx/>
                  <a:latin typeface="Whitney Book" pitchFamily="50" charset="0"/>
                  <a:ea typeface="+mn-ea"/>
                  <a:cs typeface="Whitney Book" pitchFamily="50" charset="0"/>
                </a:rPr>
                <a:t>MC=0</a:t>
              </a:r>
            </a:p>
          </p:txBody>
        </p:sp>
      </p:grpSp>
    </p:spTree>
    <p:extLst>
      <p:ext uri="{BB962C8B-B14F-4D97-AF65-F5344CB8AC3E}">
        <p14:creationId xmlns:p14="http://schemas.microsoft.com/office/powerpoint/2010/main" val="170908880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53"/>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50"/>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1"/>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2"/>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11"/>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39" grpId="0" animBg="1"/>
      <p:bldP spid="40" grpId="0"/>
      <p:bldP spid="41" grpId="0"/>
      <p:bldP spid="46" grpId="0" animBg="1"/>
      <p:bldP spid="48" grpId="0" animBg="1"/>
      <p:bldP spid="49" grpId="0"/>
      <p:bldP spid="50" grpId="0" animBg="1"/>
      <p:bldP spid="51" grpId="0" animBg="1"/>
      <p:bldP spid="52" grpId="0"/>
      <p:bldP spid="53" grpId="0"/>
      <p:bldP spid="26" grpId="0"/>
      <p:bldP spid="25" grpId="0" animBg="1"/>
    </p:bld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itle 4"/>
          <p:cNvSpPr>
            <a:spLocks noGrp="1"/>
          </p:cNvSpPr>
          <p:nvPr>
            <p:ph type="title"/>
          </p:nvPr>
        </p:nvSpPr>
        <p:spPr>
          <a:xfrm>
            <a:off x="287196" y="138735"/>
            <a:ext cx="8229600" cy="1143000"/>
          </a:xfrm>
        </p:spPr>
        <p:txBody>
          <a:bodyPr/>
          <a:lstStyle/>
          <a:p>
            <a:r>
              <a:rPr lang="en-US" dirty="0"/>
              <a:t>Simple pricing:</a:t>
            </a:r>
            <a:br>
              <a:rPr lang="en-US" dirty="0"/>
            </a:br>
            <a:r>
              <a:rPr lang="en-US" dirty="0"/>
              <a:t>Netflix would ‘lose’ Revenues</a:t>
            </a:r>
          </a:p>
        </p:txBody>
      </p:sp>
      <p:sp>
        <p:nvSpPr>
          <p:cNvPr id="6" name="Content Placeholder 5"/>
          <p:cNvSpPr>
            <a:spLocks noGrp="1"/>
          </p:cNvSpPr>
          <p:nvPr>
            <p:ph idx="1"/>
          </p:nvPr>
        </p:nvSpPr>
        <p:spPr>
          <a:xfrm>
            <a:off x="5628640" y="1342711"/>
            <a:ext cx="3058160" cy="4525963"/>
          </a:xfrm>
        </p:spPr>
        <p:txBody>
          <a:bodyPr>
            <a:normAutofit/>
          </a:bodyPr>
          <a:lstStyle/>
          <a:p>
            <a:pPr defTabSz="914400"/>
            <a:r>
              <a:rPr lang="en-US" sz="2400" dirty="0"/>
              <a:t>Simplifying assumption: MC=0</a:t>
            </a:r>
          </a:p>
          <a:p>
            <a:pPr defTabSz="914400">
              <a:lnSpc>
                <a:spcPct val="90000"/>
              </a:lnSpc>
            </a:pPr>
            <a:endParaRPr lang="en-US" sz="2400" dirty="0"/>
          </a:p>
          <a:p>
            <a:pPr defTabSz="914400">
              <a:lnSpc>
                <a:spcPct val="90000"/>
              </a:lnSpc>
            </a:pPr>
            <a:r>
              <a:rPr lang="en-US" sz="2400" dirty="0"/>
              <a:t>“Wasted profits”: consumer surplus + unexploited markets</a:t>
            </a:r>
          </a:p>
          <a:p>
            <a:pPr defTabSz="914400">
              <a:lnSpc>
                <a:spcPct val="90000"/>
              </a:lnSpc>
            </a:pPr>
            <a:endParaRPr lang="en-US" sz="2400" dirty="0"/>
          </a:p>
          <a:p>
            <a:pPr defTabSz="914400">
              <a:lnSpc>
                <a:spcPct val="90000"/>
              </a:lnSpc>
            </a:pPr>
            <a:r>
              <a:rPr lang="en-US" sz="2400" dirty="0"/>
              <a:t>Can do better using complex pricing</a:t>
            </a:r>
          </a:p>
        </p:txBody>
      </p:sp>
      <p:sp>
        <p:nvSpPr>
          <p:cNvPr id="20" name="Line 34"/>
          <p:cNvSpPr>
            <a:spLocks noChangeShapeType="1"/>
          </p:cNvSpPr>
          <p:nvPr/>
        </p:nvSpPr>
        <p:spPr bwMode="auto">
          <a:xfrm flipH="1">
            <a:off x="1137932" y="1857557"/>
            <a:ext cx="1077748" cy="2159218"/>
          </a:xfrm>
          <a:prstGeom prst="line">
            <a:avLst/>
          </a:prstGeom>
          <a:noFill/>
          <a:ln w="12700">
            <a:solidFill>
              <a:schemeClr val="tx1"/>
            </a:solidFill>
            <a:round/>
            <a:headEnd type="none" w="sm" len="sm"/>
            <a:tailEnd type="stealth" w="med" len="lg"/>
          </a:ln>
          <a:effec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Times New Roman" pitchFamily="18" charset="0"/>
            </a:endParaRPr>
          </a:p>
        </p:txBody>
      </p:sp>
      <p:sp>
        <p:nvSpPr>
          <p:cNvPr id="21" name="Line 35"/>
          <p:cNvSpPr>
            <a:spLocks noChangeShapeType="1"/>
          </p:cNvSpPr>
          <p:nvPr/>
        </p:nvSpPr>
        <p:spPr bwMode="auto">
          <a:xfrm flipH="1">
            <a:off x="2267498" y="3455262"/>
            <a:ext cx="1077748" cy="2159218"/>
          </a:xfrm>
          <a:prstGeom prst="line">
            <a:avLst/>
          </a:prstGeom>
          <a:noFill/>
          <a:ln w="12700">
            <a:solidFill>
              <a:schemeClr val="tx1"/>
            </a:solidFill>
            <a:round/>
            <a:headEnd type="none" w="sm" len="sm"/>
            <a:tailEnd type="stealth" w="med" len="lg"/>
          </a:ln>
          <a:effec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Times New Roman" pitchFamily="18" charset="0"/>
            </a:endParaRPr>
          </a:p>
        </p:txBody>
      </p:sp>
      <p:sp>
        <p:nvSpPr>
          <p:cNvPr id="22" name="Rectangle 36"/>
          <p:cNvSpPr>
            <a:spLocks noChangeArrowheads="1"/>
          </p:cNvSpPr>
          <p:nvPr/>
        </p:nvSpPr>
        <p:spPr bwMode="auto">
          <a:xfrm>
            <a:off x="2126504" y="1574661"/>
            <a:ext cx="1891543" cy="369974"/>
          </a:xfrm>
          <a:prstGeom prst="rect">
            <a:avLst/>
          </a:prstGeom>
          <a:noFill/>
          <a:ln w="9525">
            <a:noFill/>
            <a:miter lim="800000"/>
            <a:headEnd/>
            <a:tailEnd/>
          </a:ln>
          <a:effectLst/>
        </p:spPr>
        <p:txBody>
          <a:bodyPr wrap="none" lIns="92075" tIns="46038" rIns="92075" bIns="46038">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dirty="0">
                <a:ln>
                  <a:noFill/>
                </a:ln>
                <a:solidFill>
                  <a:prstClr val="black"/>
                </a:solidFill>
                <a:effectLst/>
                <a:uLnTx/>
                <a:uFillTx/>
                <a:latin typeface="Calibri"/>
                <a:ea typeface="+mn-ea"/>
                <a:cs typeface="Times New Roman" pitchFamily="18" charset="0"/>
              </a:rPr>
              <a:t>Consumer Surplus</a:t>
            </a:r>
          </a:p>
        </p:txBody>
      </p:sp>
      <p:sp>
        <p:nvSpPr>
          <p:cNvPr id="23" name="Rectangle 37"/>
          <p:cNvSpPr>
            <a:spLocks noChangeArrowheads="1"/>
          </p:cNvSpPr>
          <p:nvPr/>
        </p:nvSpPr>
        <p:spPr bwMode="auto">
          <a:xfrm>
            <a:off x="2970128" y="3054273"/>
            <a:ext cx="2123851" cy="369974"/>
          </a:xfrm>
          <a:prstGeom prst="rect">
            <a:avLst/>
          </a:prstGeom>
          <a:noFill/>
          <a:ln w="9525">
            <a:noFill/>
            <a:miter lim="800000"/>
            <a:headEnd/>
            <a:tailEnd/>
          </a:ln>
          <a:effectLst/>
        </p:spPr>
        <p:txBody>
          <a:bodyPr wrap="none" lIns="92075" tIns="46038" rIns="92075" bIns="46038">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dirty="0">
                <a:ln>
                  <a:noFill/>
                </a:ln>
                <a:solidFill>
                  <a:prstClr val="black"/>
                </a:solidFill>
                <a:effectLst/>
                <a:uLnTx/>
                <a:uFillTx/>
                <a:latin typeface="Calibri"/>
                <a:ea typeface="+mn-ea"/>
                <a:cs typeface="Times New Roman" pitchFamily="18" charset="0"/>
              </a:rPr>
              <a:t>Unexploited Markets</a:t>
            </a:r>
          </a:p>
        </p:txBody>
      </p:sp>
      <p:sp>
        <p:nvSpPr>
          <p:cNvPr id="24" name="Line 38"/>
          <p:cNvSpPr>
            <a:spLocks noChangeShapeType="1"/>
          </p:cNvSpPr>
          <p:nvPr/>
        </p:nvSpPr>
        <p:spPr bwMode="auto">
          <a:xfrm flipH="1">
            <a:off x="1607611" y="2561735"/>
            <a:ext cx="1075119" cy="2159218"/>
          </a:xfrm>
          <a:prstGeom prst="line">
            <a:avLst/>
          </a:prstGeom>
          <a:noFill/>
          <a:ln w="12700">
            <a:solidFill>
              <a:schemeClr val="tx1"/>
            </a:solidFill>
            <a:round/>
            <a:headEnd type="none" w="sm" len="sm"/>
            <a:tailEnd type="stealth" w="med" len="lg"/>
          </a:ln>
          <a:effec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Times New Roman" pitchFamily="18" charset="0"/>
            </a:endParaRPr>
          </a:p>
        </p:txBody>
      </p:sp>
      <p:sp>
        <p:nvSpPr>
          <p:cNvPr id="25" name="Rectangle 39"/>
          <p:cNvSpPr>
            <a:spLocks noChangeArrowheads="1"/>
          </p:cNvSpPr>
          <p:nvPr/>
        </p:nvSpPr>
        <p:spPr bwMode="auto">
          <a:xfrm>
            <a:off x="2646666" y="2365464"/>
            <a:ext cx="1066895" cy="369974"/>
          </a:xfrm>
          <a:prstGeom prst="rect">
            <a:avLst/>
          </a:prstGeom>
          <a:noFill/>
          <a:ln w="9525">
            <a:noFill/>
            <a:miter lim="800000"/>
            <a:headEnd/>
            <a:tailEnd/>
          </a:ln>
          <a:effectLst/>
        </p:spPr>
        <p:txBody>
          <a:bodyPr wrap="none" lIns="92075" tIns="46038" rIns="92075" bIns="46038">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dirty="0">
                <a:ln>
                  <a:noFill/>
                </a:ln>
                <a:solidFill>
                  <a:prstClr val="black"/>
                </a:solidFill>
                <a:effectLst/>
                <a:uLnTx/>
                <a:uFillTx/>
                <a:latin typeface="Calibri"/>
                <a:ea typeface="+mn-ea"/>
                <a:cs typeface="Times New Roman" pitchFamily="18" charset="0"/>
              </a:rPr>
              <a:t>Revenues</a:t>
            </a:r>
          </a:p>
        </p:txBody>
      </p:sp>
      <p:grpSp>
        <p:nvGrpSpPr>
          <p:cNvPr id="26" name="Group 25"/>
          <p:cNvGrpSpPr/>
          <p:nvPr/>
        </p:nvGrpSpPr>
        <p:grpSpPr>
          <a:xfrm>
            <a:off x="515911" y="1009953"/>
            <a:ext cx="5112729" cy="5398044"/>
            <a:chOff x="762000" y="1219200"/>
            <a:chExt cx="5112729" cy="5398044"/>
          </a:xfrm>
        </p:grpSpPr>
        <p:sp>
          <p:nvSpPr>
            <p:cNvPr id="27" name="Line 31"/>
            <p:cNvSpPr>
              <a:spLocks noChangeShapeType="1"/>
            </p:cNvSpPr>
            <p:nvPr/>
          </p:nvSpPr>
          <p:spPr bwMode="auto">
            <a:xfrm>
              <a:off x="762000" y="1219200"/>
              <a:ext cx="0" cy="5398044"/>
            </a:xfrm>
            <a:prstGeom prst="line">
              <a:avLst/>
            </a:prstGeom>
            <a:noFill/>
            <a:ln w="25400">
              <a:solidFill>
                <a:schemeClr val="tx1"/>
              </a:solidFill>
              <a:round/>
              <a:headEnd type="arrow" w="med" len="med"/>
              <a:tailEnd type="none" w="med" len="med"/>
            </a:ln>
            <a:effec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Times New Roman" pitchFamily="18" charset="0"/>
              </a:endParaRPr>
            </a:p>
          </p:txBody>
        </p:sp>
        <p:sp>
          <p:nvSpPr>
            <p:cNvPr id="28" name="Line 32"/>
            <p:cNvSpPr>
              <a:spLocks noChangeShapeType="1"/>
            </p:cNvSpPr>
            <p:nvPr/>
          </p:nvSpPr>
          <p:spPr bwMode="auto">
            <a:xfrm>
              <a:off x="762000" y="6617244"/>
              <a:ext cx="5112729" cy="0"/>
            </a:xfrm>
            <a:prstGeom prst="line">
              <a:avLst/>
            </a:prstGeom>
            <a:noFill/>
            <a:ln w="25400">
              <a:solidFill>
                <a:schemeClr val="tx1"/>
              </a:solidFill>
              <a:round/>
              <a:headEnd type="none" w="sm" len="sm"/>
              <a:tailEnd type="arrow" w="med" len="med"/>
            </a:ln>
            <a:effec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Times New Roman" pitchFamily="18" charset="0"/>
              </a:endParaRPr>
            </a:p>
          </p:txBody>
        </p:sp>
      </p:grpSp>
      <p:sp>
        <p:nvSpPr>
          <p:cNvPr id="30" name="Rectangle 36"/>
          <p:cNvSpPr>
            <a:spLocks noChangeArrowheads="1"/>
          </p:cNvSpPr>
          <p:nvPr/>
        </p:nvSpPr>
        <p:spPr bwMode="auto">
          <a:xfrm>
            <a:off x="134911" y="933753"/>
            <a:ext cx="304571" cy="369974"/>
          </a:xfrm>
          <a:prstGeom prst="rect">
            <a:avLst/>
          </a:prstGeom>
          <a:noFill/>
          <a:ln w="9525">
            <a:noFill/>
            <a:miter lim="800000"/>
            <a:headEnd/>
            <a:tailEnd/>
          </a:ln>
          <a:effectLst/>
        </p:spPr>
        <p:txBody>
          <a:bodyPr wrap="none" lIns="92075" tIns="46038" rIns="92075" bIns="46038">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dirty="0">
                <a:ln>
                  <a:noFill/>
                </a:ln>
                <a:solidFill>
                  <a:prstClr val="black"/>
                </a:solidFill>
                <a:effectLst/>
                <a:uLnTx/>
                <a:uFillTx/>
                <a:latin typeface="Calibri"/>
                <a:ea typeface="+mn-ea"/>
                <a:cs typeface="Times New Roman" pitchFamily="18" charset="0"/>
              </a:rPr>
              <a:t>P</a:t>
            </a:r>
          </a:p>
        </p:txBody>
      </p:sp>
      <p:sp>
        <p:nvSpPr>
          <p:cNvPr id="31" name="Rectangle 36"/>
          <p:cNvSpPr>
            <a:spLocks noChangeArrowheads="1"/>
          </p:cNvSpPr>
          <p:nvPr/>
        </p:nvSpPr>
        <p:spPr bwMode="auto">
          <a:xfrm>
            <a:off x="5293763" y="6417247"/>
            <a:ext cx="341440" cy="369974"/>
          </a:xfrm>
          <a:prstGeom prst="rect">
            <a:avLst/>
          </a:prstGeom>
          <a:noFill/>
          <a:ln w="9525">
            <a:noFill/>
            <a:miter lim="800000"/>
            <a:headEnd/>
            <a:tailEnd/>
          </a:ln>
          <a:effectLst/>
        </p:spPr>
        <p:txBody>
          <a:bodyPr wrap="none" lIns="92075" tIns="46038" rIns="92075" bIns="46038">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dirty="0">
                <a:ln>
                  <a:noFill/>
                </a:ln>
                <a:solidFill>
                  <a:prstClr val="black"/>
                </a:solidFill>
                <a:effectLst/>
                <a:uLnTx/>
                <a:uFillTx/>
                <a:latin typeface="Calibri"/>
                <a:ea typeface="+mn-ea"/>
                <a:cs typeface="Times New Roman" pitchFamily="18" charset="0"/>
              </a:rPr>
              <a:t>Q</a:t>
            </a:r>
          </a:p>
        </p:txBody>
      </p:sp>
      <p:sp>
        <p:nvSpPr>
          <p:cNvPr id="2" name="Slide Number Placeholder 1"/>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F3206DB-9488-D04D-BDD1-A7C9D84C4579}" type="slidenum">
              <a:rPr kumimoji="0" lang="en-US" sz="1000" b="0" i="0" u="none" strike="noStrike" kern="1200" cap="none" spc="300" normalizeH="0" baseline="0" noProof="0" smtClean="0">
                <a:ln>
                  <a:noFill/>
                </a:ln>
                <a:solidFill>
                  <a:prstClr val="black">
                    <a:lumMod val="65000"/>
                    <a:lumOff val="35000"/>
                  </a:prstClr>
                </a:solidFill>
                <a:effectLst/>
                <a:uLnTx/>
                <a:uFillTx/>
                <a:latin typeface="Trebuchet M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a:t>
            </a:fld>
            <a:endParaRPr kumimoji="0" lang="en-US" sz="1000" b="0" i="0" u="none" strike="noStrike" kern="1200" cap="none" spc="300" normalizeH="0" baseline="0" noProof="0">
              <a:ln>
                <a:noFill/>
              </a:ln>
              <a:solidFill>
                <a:prstClr val="black">
                  <a:lumMod val="65000"/>
                  <a:lumOff val="35000"/>
                </a:prstClr>
              </a:solidFill>
              <a:effectLst/>
              <a:uLnTx/>
              <a:uFillTx/>
              <a:latin typeface="Trebuchet MS"/>
              <a:ea typeface="+mn-ea"/>
              <a:cs typeface="+mn-cs"/>
            </a:endParaRPr>
          </a:p>
        </p:txBody>
      </p:sp>
      <p:grpSp>
        <p:nvGrpSpPr>
          <p:cNvPr id="11" name="Group 10">
            <a:extLst>
              <a:ext uri="{FF2B5EF4-FFF2-40B4-BE49-F238E27FC236}">
                <a16:creationId xmlns:a16="http://schemas.microsoft.com/office/drawing/2014/main" id="{A143A374-8AE4-44F7-BD43-9EEC428F67C3}"/>
              </a:ext>
            </a:extLst>
          </p:cNvPr>
          <p:cNvGrpSpPr/>
          <p:nvPr/>
        </p:nvGrpSpPr>
        <p:grpSpPr>
          <a:xfrm>
            <a:off x="113728" y="4754779"/>
            <a:ext cx="1619895" cy="2120409"/>
            <a:chOff x="113728" y="4754779"/>
            <a:chExt cx="1619895" cy="2120409"/>
          </a:xfrm>
        </p:grpSpPr>
        <p:sp>
          <p:nvSpPr>
            <p:cNvPr id="32" name="Rectangle 36"/>
            <p:cNvSpPr>
              <a:spLocks noChangeArrowheads="1"/>
            </p:cNvSpPr>
            <p:nvPr/>
          </p:nvSpPr>
          <p:spPr bwMode="auto">
            <a:xfrm>
              <a:off x="113728" y="4754779"/>
              <a:ext cx="186013" cy="369974"/>
            </a:xfrm>
            <a:prstGeom prst="rect">
              <a:avLst/>
            </a:prstGeom>
            <a:noFill/>
            <a:ln w="9525">
              <a:noFill/>
              <a:miter lim="800000"/>
              <a:headEnd/>
              <a:tailEnd/>
            </a:ln>
            <a:effectLst/>
          </p:spPr>
          <p:txBody>
            <a:bodyPr wrap="none" lIns="92075" tIns="46038" rIns="92075" bIns="46038">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Times New Roman" pitchFamily="18" charset="0"/>
              </a:endParaRPr>
            </a:p>
          </p:txBody>
        </p:sp>
        <p:sp>
          <p:nvSpPr>
            <p:cNvPr id="33" name="Rectangle 36"/>
            <p:cNvSpPr>
              <a:spLocks noChangeArrowheads="1"/>
            </p:cNvSpPr>
            <p:nvPr/>
          </p:nvSpPr>
          <p:spPr bwMode="auto">
            <a:xfrm>
              <a:off x="1430655" y="6505214"/>
              <a:ext cx="302968" cy="369974"/>
            </a:xfrm>
            <a:prstGeom prst="rect">
              <a:avLst/>
            </a:prstGeom>
            <a:noFill/>
            <a:ln w="9525">
              <a:noFill/>
              <a:miter lim="800000"/>
              <a:headEnd/>
              <a:tailEnd/>
            </a:ln>
            <a:effectLst/>
          </p:spPr>
          <p:txBody>
            <a:bodyPr wrap="none" lIns="92075" tIns="46038" rIns="92075" bIns="46038">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Times New Roman" pitchFamily="18" charset="0"/>
                </a:rPr>
                <a:t>8</a:t>
              </a:r>
            </a:p>
          </p:txBody>
        </p:sp>
        <p:cxnSp>
          <p:nvCxnSpPr>
            <p:cNvPr id="4" name="Straight Connector 3">
              <a:extLst>
                <a:ext uri="{FF2B5EF4-FFF2-40B4-BE49-F238E27FC236}">
                  <a16:creationId xmlns:a16="http://schemas.microsoft.com/office/drawing/2014/main" id="{4D3519D9-18A1-4EB7-B36F-544BFB0BE877}"/>
                </a:ext>
              </a:extLst>
            </p:cNvPr>
            <p:cNvCxnSpPr/>
            <p:nvPr/>
          </p:nvCxnSpPr>
          <p:spPr>
            <a:xfrm>
              <a:off x="515911" y="4877051"/>
              <a:ext cx="1103039" cy="0"/>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9" name="Straight Connector 8">
              <a:extLst>
                <a:ext uri="{FF2B5EF4-FFF2-40B4-BE49-F238E27FC236}">
                  <a16:creationId xmlns:a16="http://schemas.microsoft.com/office/drawing/2014/main" id="{FBAB9550-4E16-4366-9123-70849F7EC9CF}"/>
                </a:ext>
              </a:extLst>
            </p:cNvPr>
            <p:cNvCxnSpPr>
              <a:cxnSpLocks/>
            </p:cNvCxnSpPr>
            <p:nvPr/>
          </p:nvCxnSpPr>
          <p:spPr>
            <a:xfrm>
              <a:off x="1618950" y="4877051"/>
              <a:ext cx="0" cy="1530946"/>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grpSp>
      <p:pic>
        <p:nvPicPr>
          <p:cNvPr id="34" name="Picture 2" descr="http://www.top10base.com/wp-content/uploads/2015/05/tips-to-enhance-Netflix.jpg">
            <a:extLst>
              <a:ext uri="{FF2B5EF4-FFF2-40B4-BE49-F238E27FC236}">
                <a16:creationId xmlns:a16="http://schemas.microsoft.com/office/drawing/2014/main" id="{010773CF-1B82-4117-8785-D6782E2907D5}"/>
              </a:ext>
            </a:extLst>
          </p:cNvPr>
          <p:cNvPicPr>
            <a:picLocks noChangeAspect="1" noChangeArrowheads="1"/>
          </p:cNvPicPr>
          <p:nvPr/>
        </p:nvPicPr>
        <p:blipFill>
          <a:blip r:embed="rId3" cstate="print">
            <a:extLst>
              <a:ext uri="{BEBA8EAE-BF5A-486C-A8C5-ECC9F3942E4B}">
                <a14:imgProps xmlns:a14="http://schemas.microsoft.com/office/drawing/2010/main">
                  <a14:imgLayer r:embed="rId4">
                    <a14:imgEffect>
                      <a14:backgroundRemoval t="0" b="100000" l="643" r="100000">
                        <a14:foregroundMark x1="27298" y1="27793" x2="50460" y2="34840"/>
                        <a14:foregroundMark x1="42096" y1="25133" x2="41820" y2="43750"/>
                      </a14:backgroundRemoval>
                    </a14:imgEffect>
                  </a14:imgLayer>
                </a14:imgProps>
              </a:ext>
              <a:ext uri="{28A0092B-C50C-407E-A947-70E740481C1C}">
                <a14:useLocalDpi xmlns:a14="http://schemas.microsoft.com/office/drawing/2010/main" val="0"/>
              </a:ext>
            </a:extLst>
          </a:blip>
          <a:srcRect/>
          <a:stretch>
            <a:fillRect/>
          </a:stretch>
        </p:blipFill>
        <p:spPr bwMode="auto">
          <a:xfrm>
            <a:off x="3554356" y="4087147"/>
            <a:ext cx="1804767" cy="1247413"/>
          </a:xfrm>
          <a:prstGeom prst="rect">
            <a:avLst/>
          </a:prstGeom>
          <a:noFill/>
          <a:extLst>
            <a:ext uri="{909E8E84-426E-40dd-AFC4-6F175D3DCCD1}">
              <a14:hiddenFill xmlns:a14="http://schemas.microsoft.com/office/drawing/2010/main" xmlns="">
                <a:solidFill>
                  <a:srgbClr val="FFFFFF"/>
                </a:solidFill>
              </a14:hiddenFill>
            </a:ext>
          </a:extLst>
        </p:spPr>
      </p:pic>
      <p:cxnSp>
        <p:nvCxnSpPr>
          <p:cNvPr id="10" name="Straight Connector 9">
            <a:extLst>
              <a:ext uri="{FF2B5EF4-FFF2-40B4-BE49-F238E27FC236}">
                <a16:creationId xmlns:a16="http://schemas.microsoft.com/office/drawing/2014/main" id="{61F14F51-80E1-4710-80B2-6A09FF6BCB74}"/>
              </a:ext>
            </a:extLst>
          </p:cNvPr>
          <p:cNvCxnSpPr>
            <a:cxnSpLocks/>
          </p:cNvCxnSpPr>
          <p:nvPr/>
        </p:nvCxnSpPr>
        <p:spPr>
          <a:xfrm>
            <a:off x="515911" y="3159506"/>
            <a:ext cx="2140930" cy="3260647"/>
          </a:xfrm>
          <a:prstGeom prst="line">
            <a:avLst/>
          </a:prstGeom>
          <a:ln w="38100">
            <a:solidFill>
              <a:srgbClr val="C00000"/>
            </a:solidFill>
          </a:ln>
        </p:spPr>
        <p:style>
          <a:lnRef idx="2">
            <a:schemeClr val="accent1"/>
          </a:lnRef>
          <a:fillRef idx="0">
            <a:schemeClr val="accent1"/>
          </a:fillRef>
          <a:effectRef idx="1">
            <a:schemeClr val="accent1"/>
          </a:effectRef>
          <a:fontRef idx="minor">
            <a:schemeClr val="tx1"/>
          </a:fontRef>
        </p:style>
      </p:cxnSp>
      <p:sp>
        <p:nvSpPr>
          <p:cNvPr id="35" name="Rectangle 25">
            <a:extLst>
              <a:ext uri="{FF2B5EF4-FFF2-40B4-BE49-F238E27FC236}">
                <a16:creationId xmlns:a16="http://schemas.microsoft.com/office/drawing/2014/main" id="{F9E3D4CA-EF31-4A52-85EA-90D73B621243}"/>
              </a:ext>
            </a:extLst>
          </p:cNvPr>
          <p:cNvSpPr>
            <a:spLocks noChangeArrowheads="1"/>
          </p:cNvSpPr>
          <p:nvPr/>
        </p:nvSpPr>
        <p:spPr bwMode="auto">
          <a:xfrm>
            <a:off x="531629" y="4833119"/>
            <a:ext cx="1087321" cy="1562723"/>
          </a:xfrm>
          <a:prstGeom prst="rect">
            <a:avLst/>
          </a:prstGeom>
          <a:solidFill>
            <a:srgbClr val="FFFF00"/>
          </a:solidFill>
          <a:ln w="9525">
            <a:solidFill>
              <a:schemeClr val="tx1"/>
            </a:solidFill>
            <a:miter lim="800000"/>
            <a:headEnd/>
            <a:tailEnd/>
          </a:ln>
          <a:effectLst/>
        </p:spPr>
        <p:txBody>
          <a:bodyPr wrap="none" lIns="104025" tIns="52013" rIns="104025" bIns="52013" anchor="ctr"/>
          <a:lstStyle/>
          <a:p>
            <a:pPr marL="0" marR="0" lvl="0" indent="0" algn="ctr" defTabSz="974725" rtl="0" eaLnBrk="1" fontAlgn="auto" latinLnBrk="0" hangingPunct="1">
              <a:lnSpc>
                <a:spcPct val="100000"/>
              </a:lnSpc>
              <a:spcBef>
                <a:spcPts val="0"/>
              </a:spcBef>
              <a:spcAft>
                <a:spcPts val="0"/>
              </a:spcAft>
              <a:buClrTx/>
              <a:buSzTx/>
              <a:buFontTx/>
              <a:buNone/>
              <a:tabLst/>
              <a:defRPr/>
            </a:pPr>
            <a:endParaRPr kumimoji="0" lang="en-US" sz="1900" b="0" i="0" u="none" strike="noStrike" kern="1200" cap="none" spc="0" normalizeH="0" baseline="0" noProof="0">
              <a:ln>
                <a:noFill/>
              </a:ln>
              <a:solidFill>
                <a:prstClr val="black"/>
              </a:solidFill>
              <a:effectLst/>
              <a:uLnTx/>
              <a:uFillTx/>
              <a:latin typeface="Whitney Book" pitchFamily="50" charset="0"/>
              <a:ea typeface="+mn-ea"/>
              <a:cs typeface="Whitney Book" pitchFamily="50" charset="0"/>
            </a:endParaRPr>
          </a:p>
        </p:txBody>
      </p:sp>
      <p:sp>
        <p:nvSpPr>
          <p:cNvPr id="36" name="TextBox 35">
            <a:extLst>
              <a:ext uri="{FF2B5EF4-FFF2-40B4-BE49-F238E27FC236}">
                <a16:creationId xmlns:a16="http://schemas.microsoft.com/office/drawing/2014/main" id="{70536FBC-B9BF-4752-81B5-A3B624DEF61E}"/>
              </a:ext>
            </a:extLst>
          </p:cNvPr>
          <p:cNvSpPr txBox="1"/>
          <p:nvPr/>
        </p:nvSpPr>
        <p:spPr>
          <a:xfrm>
            <a:off x="769242" y="1411063"/>
            <a:ext cx="4572000" cy="369332"/>
          </a:xfrm>
          <a:prstGeom prst="rect">
            <a:avLst/>
          </a:prstGeom>
          <a:noFill/>
        </p:spPr>
        <p:txBody>
          <a:bodyPr wrap="square">
            <a:spAutoFit/>
          </a:bodyPr>
          <a:lstStyle/>
          <a:p>
            <a:pPr marL="0" marR="0" lvl="0" indent="0" algn="l" defTabSz="974725" rtl="0" eaLnBrk="1" fontAlgn="auto" latinLnBrk="0" hangingPunct="1">
              <a:lnSpc>
                <a:spcPct val="100000"/>
              </a:lnSpc>
              <a:spcBef>
                <a:spcPct val="50000"/>
              </a:spcBef>
              <a:spcAft>
                <a:spcPts val="0"/>
              </a:spcAft>
              <a:buClrTx/>
              <a:buSzTx/>
              <a:buFontTx/>
              <a:buNone/>
              <a:tabLst/>
              <a:defRPr/>
            </a:pPr>
            <a:r>
              <a:rPr kumimoji="0" lang="en-US" sz="1800" b="0" i="1" u="none" strike="noStrike" kern="1200" cap="none" spc="0" normalizeH="0" baseline="0" noProof="0" dirty="0">
                <a:ln>
                  <a:noFill/>
                </a:ln>
                <a:solidFill>
                  <a:srgbClr val="C00000"/>
                </a:solidFill>
                <a:effectLst/>
                <a:uLnTx/>
                <a:uFillTx/>
                <a:latin typeface="Whitney Book" pitchFamily="50" charset="0"/>
                <a:ea typeface="+mn-ea"/>
                <a:cs typeface="Whitney Book" pitchFamily="50" charset="0"/>
              </a:rPr>
              <a:t>P=2-Q/8</a:t>
            </a:r>
          </a:p>
        </p:txBody>
      </p:sp>
      <p:sp>
        <p:nvSpPr>
          <p:cNvPr id="38" name="TextBox 37">
            <a:extLst>
              <a:ext uri="{FF2B5EF4-FFF2-40B4-BE49-F238E27FC236}">
                <a16:creationId xmlns:a16="http://schemas.microsoft.com/office/drawing/2014/main" id="{7A552B51-E6A1-4636-8EFC-5576790AB090}"/>
              </a:ext>
            </a:extLst>
          </p:cNvPr>
          <p:cNvSpPr txBox="1"/>
          <p:nvPr/>
        </p:nvSpPr>
        <p:spPr>
          <a:xfrm>
            <a:off x="61082" y="3024335"/>
            <a:ext cx="704005"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Whitney Book" pitchFamily="50" charset="0"/>
                <a:ea typeface="+mn-ea"/>
                <a:cs typeface="Whitney Book" pitchFamily="50" charset="0"/>
              </a:rPr>
              <a:t>$2</a:t>
            </a:r>
          </a:p>
        </p:txBody>
      </p:sp>
      <p:sp>
        <p:nvSpPr>
          <p:cNvPr id="39" name="TextBox 38">
            <a:extLst>
              <a:ext uri="{FF2B5EF4-FFF2-40B4-BE49-F238E27FC236}">
                <a16:creationId xmlns:a16="http://schemas.microsoft.com/office/drawing/2014/main" id="{8420CAA6-1BCF-42EB-95D9-E0C6AE26B2FF}"/>
              </a:ext>
            </a:extLst>
          </p:cNvPr>
          <p:cNvSpPr txBox="1"/>
          <p:nvPr/>
        </p:nvSpPr>
        <p:spPr>
          <a:xfrm>
            <a:off x="2578577" y="6422809"/>
            <a:ext cx="704005"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Whitney Book" pitchFamily="50" charset="0"/>
                <a:ea typeface="+mn-ea"/>
                <a:cs typeface="Whitney Book" pitchFamily="50" charset="0"/>
              </a:rPr>
              <a:t>16</a:t>
            </a:r>
          </a:p>
        </p:txBody>
      </p:sp>
      <p:sp>
        <p:nvSpPr>
          <p:cNvPr id="13" name="Right Triangle 12">
            <a:extLst>
              <a:ext uri="{FF2B5EF4-FFF2-40B4-BE49-F238E27FC236}">
                <a16:creationId xmlns:a16="http://schemas.microsoft.com/office/drawing/2014/main" id="{FF4791A4-DF4F-41F3-8D6D-085282CA1304}"/>
              </a:ext>
            </a:extLst>
          </p:cNvPr>
          <p:cNvSpPr/>
          <p:nvPr/>
        </p:nvSpPr>
        <p:spPr>
          <a:xfrm>
            <a:off x="531629" y="3219846"/>
            <a:ext cx="1047464" cy="1642394"/>
          </a:xfrm>
          <a:prstGeom prst="rtTriangle">
            <a:avLst/>
          </a:prstGeom>
        </p:spPr>
        <p:style>
          <a:lnRef idx="1">
            <a:schemeClr val="accent3"/>
          </a:lnRef>
          <a:fillRef idx="3">
            <a:schemeClr val="accent3"/>
          </a:fillRef>
          <a:effectRef idx="2">
            <a:schemeClr val="accent3"/>
          </a:effectRef>
          <a:fontRef idx="minor">
            <a:schemeClr val="lt1"/>
          </a:fontRef>
        </p:style>
        <p:txBody>
          <a:bodyPr rtlCol="0" anchor="ctr"/>
          <a:lstStyle/>
          <a:p>
            <a:pPr lvl="0" algn="ctr">
              <a:defRPr/>
            </a:pPr>
            <a:endParaRPr lang="en-US" dirty="0">
              <a:solidFill>
                <a:prstClr val="black"/>
              </a:solidFill>
              <a:latin typeface="Whitney Book" pitchFamily="50" charset="0"/>
              <a:cs typeface="Whitney Book" pitchFamily="50" charset="0"/>
            </a:endParaRPr>
          </a:p>
        </p:txBody>
      </p:sp>
      <p:sp>
        <p:nvSpPr>
          <p:cNvPr id="14" name="Right Triangle 13">
            <a:extLst>
              <a:ext uri="{FF2B5EF4-FFF2-40B4-BE49-F238E27FC236}">
                <a16:creationId xmlns:a16="http://schemas.microsoft.com/office/drawing/2014/main" id="{F5C8F9D1-D465-4BF0-9F3B-A782EB092CD4}"/>
              </a:ext>
            </a:extLst>
          </p:cNvPr>
          <p:cNvSpPr/>
          <p:nvPr/>
        </p:nvSpPr>
        <p:spPr>
          <a:xfrm>
            <a:off x="1618949" y="4877051"/>
            <a:ext cx="986027" cy="1523749"/>
          </a:xfrm>
          <a:prstGeom prst="rtTriangle">
            <a:avLst/>
          </a:prstGeom>
        </p:spPr>
        <p:style>
          <a:lnRef idx="1">
            <a:schemeClr val="accent2"/>
          </a:lnRef>
          <a:fillRef idx="3">
            <a:schemeClr val="accent2"/>
          </a:fillRef>
          <a:effectRef idx="2">
            <a:schemeClr val="accent2"/>
          </a:effectRef>
          <a:fontRef idx="minor">
            <a:schemeClr val="lt1"/>
          </a:fontRef>
        </p:style>
        <p:txBody>
          <a:bodyPr rtlCol="0" anchor="ctr"/>
          <a:lstStyle/>
          <a:p>
            <a:pPr lvl="0" algn="ctr">
              <a:defRPr/>
            </a:pPr>
            <a:endParaRPr lang="en-US" dirty="0">
              <a:solidFill>
                <a:prstClr val="black"/>
              </a:solidFill>
              <a:latin typeface="Whitney Book" pitchFamily="50" charset="0"/>
              <a:cs typeface="Whitney Book" pitchFamily="50" charset="0"/>
            </a:endParaRPr>
          </a:p>
        </p:txBody>
      </p:sp>
    </p:spTree>
    <p:extLst>
      <p:ext uri="{BB962C8B-B14F-4D97-AF65-F5344CB8AC3E}">
        <p14:creationId xmlns:p14="http://schemas.microsoft.com/office/powerpoint/2010/main" val="311108218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2"/>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3"/>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1"/>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3"/>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4"/>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2" grpId="0"/>
      <p:bldP spid="23" grpId="0"/>
      <p:bldP spid="24" grpId="0" animBg="1"/>
      <p:bldP spid="25" grpId="0"/>
      <p:bldP spid="30" grpId="0"/>
      <p:bldP spid="31" grpId="0"/>
      <p:bldP spid="35" grpId="0" animBg="1"/>
      <p:bldP spid="36" grpId="0"/>
      <p:bldP spid="38" grpId="0"/>
      <p:bldP spid="39" grpId="0"/>
      <p:bldP spid="13" grpId="0" animBg="1"/>
      <p:bldP spid="14" grpId="0" animBg="1"/>
    </p:bld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itle 4"/>
          <p:cNvSpPr>
            <a:spLocks noGrp="1"/>
          </p:cNvSpPr>
          <p:nvPr>
            <p:ph type="title"/>
          </p:nvPr>
        </p:nvSpPr>
        <p:spPr>
          <a:xfrm>
            <a:off x="265043" y="127215"/>
            <a:ext cx="8719931" cy="1143000"/>
          </a:xfrm>
        </p:spPr>
        <p:txBody>
          <a:bodyPr/>
          <a:lstStyle/>
          <a:p>
            <a:r>
              <a:rPr lang="en-US" dirty="0"/>
              <a:t>Complex (non-uniform) pricing </a:t>
            </a:r>
          </a:p>
        </p:txBody>
      </p:sp>
      <p:sp>
        <p:nvSpPr>
          <p:cNvPr id="6" name="Content Placeholder 5"/>
          <p:cNvSpPr>
            <a:spLocks noGrp="1"/>
          </p:cNvSpPr>
          <p:nvPr>
            <p:ph idx="1"/>
          </p:nvPr>
        </p:nvSpPr>
        <p:spPr>
          <a:xfrm>
            <a:off x="566309" y="1366977"/>
            <a:ext cx="8007848" cy="4636258"/>
          </a:xfrm>
        </p:spPr>
        <p:txBody>
          <a:bodyPr>
            <a:normAutofit/>
          </a:bodyPr>
          <a:lstStyle/>
          <a:p>
            <a:pPr marL="0" indent="0">
              <a:lnSpc>
                <a:spcPct val="90000"/>
              </a:lnSpc>
              <a:spcBef>
                <a:spcPts val="563"/>
              </a:spcBef>
              <a:spcAft>
                <a:spcPts val="563"/>
              </a:spcAft>
              <a:buNone/>
            </a:pPr>
            <a:r>
              <a:rPr lang="en-US" sz="2400" dirty="0"/>
              <a:t>Requirements for complex pricing:</a:t>
            </a:r>
          </a:p>
          <a:p>
            <a:pPr marL="457200" indent="-457200">
              <a:lnSpc>
                <a:spcPct val="90000"/>
              </a:lnSpc>
              <a:spcBef>
                <a:spcPts val="563"/>
              </a:spcBef>
              <a:spcAft>
                <a:spcPts val="563"/>
              </a:spcAft>
              <a:buFont typeface="+mj-lt"/>
              <a:buAutoNum type="arabicPeriod"/>
            </a:pPr>
            <a:r>
              <a:rPr lang="en-US" sz="2400" dirty="0"/>
              <a:t>Market power</a:t>
            </a:r>
          </a:p>
          <a:p>
            <a:pPr lvl="1">
              <a:lnSpc>
                <a:spcPct val="90000"/>
              </a:lnSpc>
              <a:spcBef>
                <a:spcPts val="563"/>
              </a:spcBef>
              <a:spcAft>
                <a:spcPts val="563"/>
              </a:spcAft>
            </a:pPr>
            <a:r>
              <a:rPr lang="en-US" sz="2200" dirty="0"/>
              <a:t>Downward-sloping demand (i.e., price </a:t>
            </a:r>
            <a:r>
              <a:rPr lang="en-US" sz="2200"/>
              <a:t>searcher)</a:t>
            </a:r>
            <a:endParaRPr lang="en-US" sz="2200" dirty="0"/>
          </a:p>
          <a:p>
            <a:pPr lvl="2">
              <a:lnSpc>
                <a:spcPct val="90000"/>
              </a:lnSpc>
              <a:spcBef>
                <a:spcPts val="563"/>
              </a:spcBef>
              <a:spcAft>
                <a:spcPts val="563"/>
              </a:spcAft>
            </a:pPr>
            <a:r>
              <a:rPr lang="en-US" sz="1800" dirty="0"/>
              <a:t>So far, we studied simple pricing of price searchers</a:t>
            </a:r>
          </a:p>
          <a:p>
            <a:pPr lvl="2">
              <a:lnSpc>
                <a:spcPct val="90000"/>
              </a:lnSpc>
              <a:spcBef>
                <a:spcPts val="0"/>
              </a:spcBef>
              <a:spcAft>
                <a:spcPts val="563"/>
              </a:spcAft>
            </a:pPr>
            <a:r>
              <a:rPr lang="en-US" sz="1800" dirty="0"/>
              <a:t>Now: Complex pricing</a:t>
            </a:r>
          </a:p>
          <a:p>
            <a:pPr marL="457200" indent="-457200">
              <a:lnSpc>
                <a:spcPct val="90000"/>
              </a:lnSpc>
              <a:spcBef>
                <a:spcPts val="563"/>
              </a:spcBef>
              <a:spcAft>
                <a:spcPts val="563"/>
              </a:spcAft>
              <a:buFont typeface="+mj-lt"/>
              <a:buAutoNum type="arabicPeriod"/>
            </a:pPr>
            <a:r>
              <a:rPr lang="en-US" sz="2400" dirty="0"/>
              <a:t>Capacity to prevent resale and arbitrage</a:t>
            </a:r>
          </a:p>
          <a:p>
            <a:pPr marL="857250" lvl="1" indent="-457200">
              <a:lnSpc>
                <a:spcPct val="90000"/>
              </a:lnSpc>
              <a:spcBef>
                <a:spcPts val="563"/>
              </a:spcBef>
              <a:spcAft>
                <a:spcPts val="563"/>
              </a:spcAft>
            </a:pPr>
            <a:r>
              <a:rPr lang="en-US" sz="2200" dirty="0"/>
              <a:t>Enables sellers to charge different prices for different volumes/packages, or to different customers</a:t>
            </a:r>
          </a:p>
          <a:p>
            <a:pPr>
              <a:lnSpc>
                <a:spcPct val="90000"/>
              </a:lnSpc>
              <a:spcBef>
                <a:spcPts val="563"/>
              </a:spcBef>
              <a:spcAft>
                <a:spcPts val="563"/>
              </a:spcAft>
            </a:pPr>
            <a:r>
              <a:rPr lang="en-US" sz="2400" dirty="0"/>
              <a:t>Complex pricing is usually more profitable than simple pricing.</a:t>
            </a:r>
          </a:p>
        </p:txBody>
      </p:sp>
      <p:sp>
        <p:nvSpPr>
          <p:cNvPr id="2" name="Slide Number Placeholder 1">
            <a:extLst>
              <a:ext uri="{FF2B5EF4-FFF2-40B4-BE49-F238E27FC236}">
                <a16:creationId xmlns:a16="http://schemas.microsoft.com/office/drawing/2014/main" id="{1D22DB0C-3F77-534A-95A5-1E3A0B539E0E}"/>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F3206DB-9488-D04D-BDD1-A7C9D84C4579}" type="slidenum">
              <a:rPr kumimoji="0" lang="en-US" sz="1000" b="0" i="0" u="none" strike="noStrike" kern="1200" cap="none" spc="300" normalizeH="0" baseline="0" noProof="0" smtClean="0">
                <a:ln>
                  <a:noFill/>
                </a:ln>
                <a:solidFill>
                  <a:prstClr val="black">
                    <a:lumMod val="65000"/>
                    <a:lumOff val="35000"/>
                  </a:prstClr>
                </a:solidFill>
                <a:effectLst/>
                <a:uLnTx/>
                <a:uFillTx/>
                <a:latin typeface="Trebuchet M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en-US" sz="1000" b="0" i="0" u="none" strike="noStrike" kern="1200" cap="none" spc="300" normalizeH="0" baseline="0" noProof="0">
              <a:ln>
                <a:noFill/>
              </a:ln>
              <a:solidFill>
                <a:prstClr val="black">
                  <a:lumMod val="65000"/>
                  <a:lumOff val="35000"/>
                </a:prstClr>
              </a:solidFill>
              <a:effectLst/>
              <a:uLnTx/>
              <a:uFillTx/>
              <a:latin typeface="Trebuchet MS"/>
              <a:ea typeface="+mn-ea"/>
              <a:cs typeface="+mn-cs"/>
            </a:endParaRPr>
          </a:p>
        </p:txBody>
      </p:sp>
    </p:spTree>
    <p:extLst>
      <p:ext uri="{BB962C8B-B14F-4D97-AF65-F5344CB8AC3E}">
        <p14:creationId xmlns:p14="http://schemas.microsoft.com/office/powerpoint/2010/main" val="228089928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itle 4"/>
          <p:cNvSpPr>
            <a:spLocks noGrp="1"/>
          </p:cNvSpPr>
          <p:nvPr>
            <p:ph type="title"/>
          </p:nvPr>
        </p:nvSpPr>
        <p:spPr>
          <a:xfrm>
            <a:off x="210267" y="127215"/>
            <a:ext cx="8719931" cy="1143000"/>
          </a:xfrm>
        </p:spPr>
        <p:txBody>
          <a:bodyPr/>
          <a:lstStyle/>
          <a:p>
            <a:r>
              <a:rPr lang="en-US" dirty="0"/>
              <a:t>Three degrees of price discrimination </a:t>
            </a:r>
          </a:p>
        </p:txBody>
      </p:sp>
      <p:sp>
        <p:nvSpPr>
          <p:cNvPr id="6" name="Content Placeholder 5"/>
          <p:cNvSpPr>
            <a:spLocks noGrp="1"/>
          </p:cNvSpPr>
          <p:nvPr>
            <p:ph idx="1"/>
          </p:nvPr>
        </p:nvSpPr>
        <p:spPr>
          <a:xfrm>
            <a:off x="566308" y="1455115"/>
            <a:ext cx="8007848" cy="4636258"/>
          </a:xfrm>
        </p:spPr>
        <p:txBody>
          <a:bodyPr>
            <a:noAutofit/>
          </a:bodyPr>
          <a:lstStyle/>
          <a:p>
            <a:pPr>
              <a:spcAft>
                <a:spcPts val="563"/>
              </a:spcAft>
            </a:pPr>
            <a:r>
              <a:rPr lang="en-US" sz="2400" dirty="0"/>
              <a:t>First degree:</a:t>
            </a:r>
          </a:p>
          <a:p>
            <a:pPr lvl="1">
              <a:spcAft>
                <a:spcPts val="563"/>
              </a:spcAft>
            </a:pPr>
            <a:r>
              <a:rPr lang="en-US" sz="2200" dirty="0"/>
              <a:t>“Dream world”: firm knows each customer’s willingness to pay (marginal personal value – </a:t>
            </a:r>
            <a:r>
              <a:rPr lang="en-US" sz="2200" dirty="0">
                <a:solidFill>
                  <a:srgbClr val="C00000"/>
                </a:solidFill>
              </a:rPr>
              <a:t>MPV</a:t>
            </a:r>
            <a:r>
              <a:rPr lang="en-US" sz="2200" dirty="0"/>
              <a:t>)</a:t>
            </a:r>
          </a:p>
          <a:p>
            <a:pPr>
              <a:spcAft>
                <a:spcPts val="563"/>
              </a:spcAft>
            </a:pPr>
            <a:r>
              <a:rPr lang="en-US" sz="2400" dirty="0"/>
              <a:t>Third degree:</a:t>
            </a:r>
          </a:p>
          <a:p>
            <a:pPr lvl="1">
              <a:spcAft>
                <a:spcPts val="563"/>
              </a:spcAft>
            </a:pPr>
            <a:r>
              <a:rPr lang="en-US" sz="2200" dirty="0"/>
              <a:t>Firm can identify specific </a:t>
            </a:r>
            <a:r>
              <a:rPr lang="en-US" sz="2200" i="1" dirty="0"/>
              <a:t>groups </a:t>
            </a:r>
            <a:r>
              <a:rPr lang="en-US" sz="2200" dirty="0"/>
              <a:t>of customers with different </a:t>
            </a:r>
            <a:r>
              <a:rPr lang="en-US" sz="2200" dirty="0">
                <a:solidFill>
                  <a:srgbClr val="C00000"/>
                </a:solidFill>
              </a:rPr>
              <a:t>MPV </a:t>
            </a:r>
            <a:r>
              <a:rPr lang="en-US" sz="2200" dirty="0"/>
              <a:t>(students, seniors, tourists)</a:t>
            </a:r>
            <a:endParaRPr lang="en-US" sz="2200" i="1" dirty="0"/>
          </a:p>
          <a:p>
            <a:pPr>
              <a:spcAft>
                <a:spcPts val="563"/>
              </a:spcAft>
            </a:pPr>
            <a:r>
              <a:rPr lang="en-US" sz="2400" dirty="0"/>
              <a:t>Second degree (“indirect”):</a:t>
            </a:r>
          </a:p>
          <a:p>
            <a:pPr lvl="1">
              <a:spcAft>
                <a:spcPts val="563"/>
              </a:spcAft>
            </a:pPr>
            <a:r>
              <a:rPr lang="en-US" sz="2200" dirty="0"/>
              <a:t>Firm cannot directly identify the different customers’ </a:t>
            </a:r>
            <a:r>
              <a:rPr lang="en-US" sz="2200" dirty="0">
                <a:solidFill>
                  <a:srgbClr val="C00000"/>
                </a:solidFill>
              </a:rPr>
              <a:t>MPV</a:t>
            </a:r>
            <a:r>
              <a:rPr lang="en-US" sz="2200" dirty="0"/>
              <a:t>. Instead, the firm uses different purchase options to </a:t>
            </a:r>
            <a:r>
              <a:rPr lang="en-US" sz="2200" i="1" dirty="0"/>
              <a:t>infer </a:t>
            </a:r>
            <a:r>
              <a:rPr lang="en-US" sz="2200" dirty="0"/>
              <a:t>willingness to pay: versioning, quantity discounts, coupons</a:t>
            </a:r>
          </a:p>
        </p:txBody>
      </p:sp>
      <p:sp>
        <p:nvSpPr>
          <p:cNvPr id="2" name="Slide Number Placeholder 1">
            <a:extLst>
              <a:ext uri="{FF2B5EF4-FFF2-40B4-BE49-F238E27FC236}">
                <a16:creationId xmlns:a16="http://schemas.microsoft.com/office/drawing/2014/main" id="{1D22DB0C-3F77-534A-95A5-1E3A0B539E0E}"/>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F3206DB-9488-D04D-BDD1-A7C9D84C4579}" type="slidenum">
              <a:rPr kumimoji="0" lang="en-US" sz="1000" b="0" i="0" u="none" strike="noStrike" kern="1200" cap="none" spc="300" normalizeH="0" baseline="0" noProof="0" smtClean="0">
                <a:ln>
                  <a:noFill/>
                </a:ln>
                <a:solidFill>
                  <a:prstClr val="black">
                    <a:lumMod val="65000"/>
                    <a:lumOff val="35000"/>
                  </a:prstClr>
                </a:solidFill>
                <a:effectLst/>
                <a:uLnTx/>
                <a:uFillTx/>
                <a:latin typeface="Trebuchet MS"/>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en-US" sz="1000" b="0" i="0" u="none" strike="noStrike" kern="1200" cap="none" spc="300" normalizeH="0" baseline="0" noProof="0">
              <a:ln>
                <a:noFill/>
              </a:ln>
              <a:solidFill>
                <a:prstClr val="black">
                  <a:lumMod val="65000"/>
                  <a:lumOff val="35000"/>
                </a:prstClr>
              </a:solidFill>
              <a:effectLst/>
              <a:uLnTx/>
              <a:uFillTx/>
              <a:latin typeface="Trebuchet MS"/>
              <a:ea typeface="+mn-ea"/>
              <a:cs typeface="+mn-cs"/>
            </a:endParaRPr>
          </a:p>
        </p:txBody>
      </p:sp>
    </p:spTree>
    <p:extLst>
      <p:ext uri="{BB962C8B-B14F-4D97-AF65-F5344CB8AC3E}">
        <p14:creationId xmlns:p14="http://schemas.microsoft.com/office/powerpoint/2010/main" val="90464922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TPPRESENTATIONGUID" val="fb4bfb20-bb85-4e69-83ee-0653ca024c4d"/>
  <p:tag name="TPLASTSAVEVERSION" val="6.2 PC"/>
  <p:tag name="WASPOLLED" val="9395E21AB51D4B2FB317ED88EF6AF71F"/>
  <p:tag name="TPVERSION" val="5"/>
  <p:tag name="TPFULLVERSION" val="5.3.2.24"/>
  <p:tag name="PPTVERSION" val="16"/>
  <p:tag name="TPOS" val="2"/>
</p:tagLst>
</file>

<file path=ppt/theme/theme1.xml><?xml version="1.0" encoding="utf-8"?>
<a:theme xmlns:a="http://schemas.openxmlformats.org/drawingml/2006/main" name="2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3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5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5.xml><?xml version="1.0" encoding="utf-8"?>
<a:theme xmlns:a="http://schemas.openxmlformats.org/drawingml/2006/main" name="4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6.xml><?xml version="1.0" encoding="utf-8"?>
<a:theme xmlns:a="http://schemas.openxmlformats.org/drawingml/2006/main" name="12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77490</TotalTime>
  <Words>650</Words>
  <Application>Microsoft Office PowerPoint</Application>
  <PresentationFormat>On-screen Show (4:3)</PresentationFormat>
  <Paragraphs>114</Paragraphs>
  <Slides>8</Slides>
  <Notes>7</Notes>
  <HiddenSlides>0</HiddenSlides>
  <MMClips>0</MMClips>
  <ScaleCrop>false</ScaleCrop>
  <HeadingPairs>
    <vt:vector size="6" baseType="variant">
      <vt:variant>
        <vt:lpstr>Fonts Used</vt:lpstr>
      </vt:variant>
      <vt:variant>
        <vt:i4>9</vt:i4>
      </vt:variant>
      <vt:variant>
        <vt:lpstr>Theme</vt:lpstr>
      </vt:variant>
      <vt:variant>
        <vt:i4>6</vt:i4>
      </vt:variant>
      <vt:variant>
        <vt:lpstr>Slide Titles</vt:lpstr>
      </vt:variant>
      <vt:variant>
        <vt:i4>8</vt:i4>
      </vt:variant>
    </vt:vector>
  </HeadingPairs>
  <TitlesOfParts>
    <vt:vector size="23" baseType="lpstr">
      <vt:lpstr>Arial</vt:lpstr>
      <vt:lpstr>Calibri</vt:lpstr>
      <vt:lpstr>Lucida Grande</vt:lpstr>
      <vt:lpstr>Times New Roman</vt:lpstr>
      <vt:lpstr>Trebuchet MS</vt:lpstr>
      <vt:lpstr>Whitney Book</vt:lpstr>
      <vt:lpstr>Whitney Medium</vt:lpstr>
      <vt:lpstr>Whitney-Book</vt:lpstr>
      <vt:lpstr>Whitney-Medium</vt:lpstr>
      <vt:lpstr>2_Custom Design</vt:lpstr>
      <vt:lpstr>Custom Design</vt:lpstr>
      <vt:lpstr>3_Custom Design</vt:lpstr>
      <vt:lpstr>5_Custom Design</vt:lpstr>
      <vt:lpstr>4_Custom Design</vt:lpstr>
      <vt:lpstr>12_Custom Design</vt:lpstr>
      <vt:lpstr>Module 6 – Video 1 Simple Vs. Complex Pricing – Introduction </vt:lpstr>
      <vt:lpstr>OUTLINE of module 6 </vt:lpstr>
      <vt:lpstr>OUTLINE of module 6 </vt:lpstr>
      <vt:lpstr>Dilemma of simple pricing</vt:lpstr>
      <vt:lpstr>What if Netflix used Simple pricing per movie?    (assume MC=0) </vt:lpstr>
      <vt:lpstr>Simple pricing: Netflix would ‘lose’ Revenues</vt:lpstr>
      <vt:lpstr>Complex (non-uniform) pricing </vt:lpstr>
      <vt:lpstr>Three degrees of price discrimination </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Pub Office 3</dc:creator>
  <cp:keywords/>
  <dc:description/>
  <cp:lastModifiedBy>NICO VOIGTLAENDER</cp:lastModifiedBy>
  <cp:revision>1271</cp:revision>
  <cp:lastPrinted>2019-09-13T20:44:29Z</cp:lastPrinted>
  <dcterms:created xsi:type="dcterms:W3CDTF">2013-01-24T22:32:50Z</dcterms:created>
  <dcterms:modified xsi:type="dcterms:W3CDTF">2022-01-26T19:42:51Z</dcterms:modified>
  <cp:category/>
</cp:coreProperties>
</file>