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10"/>
  </p:notesMasterIdLst>
  <p:handoutMasterIdLst>
    <p:handoutMasterId r:id="rId11"/>
  </p:handoutMasterIdLst>
  <p:sldIdLst>
    <p:sldId id="822" r:id="rId5"/>
    <p:sldId id="823" r:id="rId6"/>
    <p:sldId id="825" r:id="rId7"/>
    <p:sldId id="827" r:id="rId8"/>
    <p:sldId id="829" r:id="rId9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oigtlaender, Nico" initials="VN" lastIdx="34" clrIdx="0">
    <p:extLst>
      <p:ext uri="{19B8F6BF-5375-455C-9EA6-DF929625EA0E}">
        <p15:presenceInfo xmlns:p15="http://schemas.microsoft.com/office/powerpoint/2012/main" userId="Voigtlaender, Nico" providerId="None"/>
      </p:ext>
    </p:extLst>
  </p:cmAuthor>
  <p:cmAuthor id="2" name="Giuliano, Paola" initials="GP" lastIdx="16" clrIdx="1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3" name="Wasserman, Melanie" initials="WM" lastIdx="18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CLEMENCE TRICAUD" initials="CT" lastIdx="10" clrIdx="3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5" name="Nico Voigtlaender" initials="NV" lastIdx="2" clrIdx="4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93737"/>
    <a:srgbClr val="A2162A"/>
    <a:srgbClr val="FFCC00"/>
    <a:srgbClr val="FF9900"/>
    <a:srgbClr val="C71F1B"/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86197" autoAdjust="0"/>
  </p:normalViewPr>
  <p:slideViewPr>
    <p:cSldViewPr snapToGrid="0" snapToObjects="1">
      <p:cViewPr varScale="1">
        <p:scale>
          <a:sx n="124" d="100"/>
          <a:sy n="124" d="100"/>
        </p:scale>
        <p:origin x="1546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03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works best for a biweekly weekend "Coffee &amp; Econ" office hour?
https://www.polleverywhere.com/multiple_choice_polls/YrpUP8E2bQwQEmDPKwbfG?display_state=instructions&amp;activity_state=opened&amp;state=opened&amp;flow=Engagement&amp;onscreen=persist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FF3D0-F60A-4C84-9407-EC7DADC5B75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6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works best for a biweekly weekend "Coffee &amp; Econ" office hour?
https://www.polleverywhere.com/multiple_choice_polls/YrpUP8E2bQwQEmDPKwbfG?display_state=chart&amp;activity_state=opened&amp;state=opened&amp;flow=Engagement&amp;onscreen=persist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D079E-659F-4F4D-974F-4A74D71D85A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9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likely effect of heatwaves on demand for AC?
https://www.polleverywhere.com/multiple_choice_polls/ABiR2oTb0P824JepooJVN?display_state=chart&amp;activity_state=closed&amp;state=closed&amp;flow=Instructor&amp;onscreen=persist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241C6-64EA-4C58-A05D-F7CEA60765D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81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does the decline in engagements affect the demand for diamonds?
https://www.polleverywhere.com/multiple_choice_polls/a2xl314BB0WnEchwmjvzh?display_state=chart&amp;activity_state=closed&amp;state=closed&amp;flow=Instructor&amp;onscreen=persist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48FDF-96F0-4698-86E8-8D66EFB1390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74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economic profit of flipping the house?
https://www.polleverywhere.com/multiple_choice_polls/jgN2yjFR118rTG1t1KiMN?display_state=chart&amp;activity_state=closed&amp;state=closed&amp;flow=Instructor&amp;onscreen=persist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9E40F-840F-4C69-9631-8B7FA613202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4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D6A2-2BCD-4141-A2F4-39139519DC02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AD7E-7D64-BD40-91A0-C5C5947E2875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FA7E-006D-AE49-BC04-143DF79CFA6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695A-4E14-C44A-BF18-63C4AC7AB7F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D09D-7ACE-C24D-82D2-2A3474C1C790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9CF3-62E0-EA43-91F0-4EC3CCA8A119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8F7A-95BD-864D-8A9C-B9A5E49A398C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C734-EBE5-7046-8237-D07E17A8D666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8220-CF05-DC41-BC38-7127A5DC38C2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BC23-2BE1-3A45-B714-AFD04A977F47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8EE9A-7AFA-5A4C-B21A-890A8131A854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61F6-AA39-6442-8DDE-E6CDCA25A876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F32D-FB23-1743-9BD5-BA049F9EF854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8F84-E522-9D45-9A97-DDFB323F750A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881E-FFE2-6D4C-AA34-3308C0ADC68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4253-A354-6045-AC24-F0724896F255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FF48-91A1-B143-AD51-ED88709050B7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D19D-8740-AD45-8DF9-A83AB358B74C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6D55-B624-514B-8991-FFF17B93E6E1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743B-631B-834F-9DC3-A35DD28CB298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78B-4E2A-0248-9231-8C418E54563B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8E802-2662-1F45-B7E0-D8C55A851183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E5EF2-0429-4B47-94AE-0AE5B8F45E5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ECF2-EFC1-A246-8403-C4EF7E1DDBAF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FD87-0B42-CE4B-9088-C559197E297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081B-112D-D446-B951-6C95BC836B76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0420B-45E2-3D4E-BB99-3B2B4EEF04B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B162-B9A1-A44E-AC1F-CF3754965C48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6935-97BB-7D47-B7D5-637BCD81C17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D60E-591D-4D46-B5B2-D025F497B61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EE8A-7FEE-5E4F-B84D-DA90C899064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8FF4-C872-4D4D-9BA2-95526D7F077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7247-73A5-C742-9FE4-11842F14DB9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69FB-412E-A34C-BE77-A0FEF84299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337FD-D8F4-EA4C-BEC0-55A323C292F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2FD3-B251-B14B-A31F-C33C0A85D1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4F66-E4B7-F84E-B380-FECBD842D40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44D1-B787-EE40-B7EC-E5D099DD1EC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A7EE9-BDB3-594E-B507-06F4CBFCFAE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5D21-9C4F-DC41-A2D3-7071AC256DF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1695-3215-7642-9658-A90CD260C03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88CA5B7-BF38-844D-A217-8D897D011E9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55AD3-ABED-454E-9734-E14628C9BF4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C0387D30-8C78-4D48-8A4E-EBB976F8A35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9AB94A9C-1A42-8344-8BAD-E473AA7FF13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957B94-E0DC-47DE-921A-E89A0600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27B7B-F554-4935-8DC5-BD91BC21F03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7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2D853-3215-4A78-9E4C-84132163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7B9CB-19CA-4474-B441-1030B8C9460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6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3CBDC1-0C32-46B3-9A1A-325BB798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F8299-DB84-4633-9CEF-5595F176CD8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8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BE647E-B099-45C0-AE85-094F8363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2A127-4DED-416D-AA09-0D1E9AF59A4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8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95F932-592C-4721-9B4C-B28C7297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07D609-CE49-47B2-9F74-631E1C5B6AA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311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bc5fdb5-1fb9-4be7-9107-4987390118b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7c06c8c-b0bf-4ac5-9dfa-200a05be7fc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0837cef-653a-49e8-9fa9-f56b6282802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4da293-acca-45e2-8d0f-45b144686f1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e2cc9c2-80cf-4923-a9b4-b2dc660ca56b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68123</TotalTime>
  <Words>434</Words>
  <Application>Microsoft Office PowerPoint</Application>
  <PresentationFormat>On-screen Show (4:3)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Voigtlaender, Nico</cp:lastModifiedBy>
  <cp:revision>922</cp:revision>
  <cp:lastPrinted>2019-09-13T20:44:29Z</cp:lastPrinted>
  <dcterms:created xsi:type="dcterms:W3CDTF">2013-01-24T22:32:50Z</dcterms:created>
  <dcterms:modified xsi:type="dcterms:W3CDTF">2026-08-28T03:21:58Z</dcterms:modified>
  <cp:category/>
</cp:coreProperties>
</file>